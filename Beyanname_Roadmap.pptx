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92" r:id="rId2"/>
    <p:sldMasterId id="2147483708" r:id="rId3"/>
  </p:sldMasterIdLst>
  <p:notesMasterIdLst>
    <p:notesMasterId r:id="rId9"/>
  </p:notesMasterIdLst>
  <p:sldIdLst>
    <p:sldId id="258" r:id="rId4"/>
    <p:sldId id="2147480592" r:id="rId5"/>
    <p:sldId id="2147480590" r:id="rId6"/>
    <p:sldId id="2147480609" r:id="rId7"/>
    <p:sldId id="294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598406-08B2-E5A9-9178-84371F07B696}" name="Nazlı Şener (Merkezi Ve Çapraz Fonksiyon Domaın)" initials="NŞ" userId="S::nazli.sener@allianz.com.tr::b9897708-5fbf-4d6d-a420-3e54ba3a4151" providerId="AD"/>
  <p188:author id="{55DE021D-9D6A-4A19-06E7-F5701B903BB3}" name="Pelin Er" initials="PE" userId="S::pelin.er@allianz.com.tr::c78dd2f8-173a-42fb-a0f3-94ae85ada982" providerId="AD"/>
  <p188:author id="{C13A16BA-85B4-559C-6079-46AC158A7D26}" name="Cem Öncül" initials="CÖ" userId="S::cem.oncul@allianz.com.tr::7f5a069e-4f91-4279-b75e-51fdf1d4a568" providerId="AD"/>
  <p188:author id="{45EB45E6-026F-FB85-D4C2-D51EE760C50A}" name="Mert Kalafat" initials="MK" userId="S::mert.kalafat@allianz.com.tr::5397e4a2-7d1c-469b-a9f3-a9331c2cd087" providerId="AD"/>
  <p188:author id="{2D73CAEF-199E-24BE-67E0-2D35028A8ADD}" name="İpek Sönmez Çevikbaş" initials="İS" userId="S::ipek.sonmezcevikbas@allianz.com.tr::1e0e04a8-eb04-4455-b405-dc99d59eef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1" autoAdjust="0"/>
    <p:restoredTop sz="84874" autoAdjust="0"/>
  </p:normalViewPr>
  <p:slideViewPr>
    <p:cSldViewPr snapToGrid="0">
      <p:cViewPr varScale="1">
        <p:scale>
          <a:sx n="54" d="100"/>
          <a:sy n="54" d="100"/>
        </p:scale>
        <p:origin x="14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DC365-2ECE-4557-AF7B-A26F8BE2737A}" type="datetimeFigureOut">
              <a:rPr lang="tr-TR" smtClean="0"/>
              <a:t>1.09.2026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9809D-6EC0-483C-9B55-C412D9E304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3727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28F5A-55C3-E09A-6E70-EC8178D0B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7D1A9-2326-F894-88BB-B55A0435F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1ACB6-D64B-30CD-E7DE-67FC6654C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77B8C-3594-5B28-A795-B041FF6FD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69809D-6EC0-483C-9B55-C412D9E304BB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7960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041F-66AB-C9B3-279C-E19038FA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217EB-BAD6-C6AB-D903-F6F4353BC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A1A82-872A-CC7C-8A38-6568E1885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BC1F4-29A6-DAA0-5177-EB295CFFD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E0F7A-EA63-40E1-97FB-D173EE3BA0CC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526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D860-2E4F-3A01-8B08-649A386EF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EBDB5-3452-EE74-F9AF-513717B50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6F002-C322-924E-717B-4D270009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7642E-B25F-98AC-EF15-BEEF52559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3E0F7A-EA63-40E1-97FB-D173EE3BA0CC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017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80917" y="2"/>
            <a:ext cx="6211083" cy="6858000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12" y="1904949"/>
            <a:ext cx="5371065" cy="2400235"/>
          </a:xfrm>
        </p:spPr>
        <p:txBody>
          <a:bodyPr rIns="216000" anchor="ctr" anchorCtr="0"/>
          <a:lstStyle>
            <a:lvl1pPr algn="l">
              <a:lnSpc>
                <a:spcPct val="80000"/>
              </a:lnSpc>
              <a:defRPr sz="7408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612" y="4800472"/>
            <a:ext cx="5371065" cy="562065"/>
          </a:xfrm>
        </p:spPr>
        <p:txBody>
          <a:bodyPr rIns="216000"/>
          <a:lstStyle>
            <a:lvl1pPr marL="0" indent="0" algn="l">
              <a:buNone/>
              <a:defRPr sz="1587"/>
            </a:lvl1pPr>
            <a:lvl2pPr marL="483849" indent="0" algn="ctr">
              <a:buNone/>
              <a:defRPr sz="2117"/>
            </a:lvl2pPr>
            <a:lvl3pPr marL="967698" indent="0" algn="ctr">
              <a:buNone/>
              <a:defRPr sz="1905"/>
            </a:lvl3pPr>
            <a:lvl4pPr marL="1451546" indent="0" algn="ctr">
              <a:buNone/>
              <a:defRPr sz="1693"/>
            </a:lvl4pPr>
            <a:lvl5pPr marL="1935395" indent="0" algn="ctr">
              <a:buNone/>
              <a:defRPr sz="1693"/>
            </a:lvl5pPr>
            <a:lvl6pPr marL="2419244" indent="0" algn="ctr">
              <a:buNone/>
              <a:defRPr sz="1693"/>
            </a:lvl6pPr>
            <a:lvl7pPr marL="2903094" indent="0" algn="ctr">
              <a:buNone/>
              <a:defRPr sz="1693"/>
            </a:lvl7pPr>
            <a:lvl8pPr marL="3386941" indent="0" algn="ctr">
              <a:buNone/>
              <a:defRPr sz="1693"/>
            </a:lvl8pPr>
            <a:lvl9pPr marL="3870790" indent="0" algn="ctr">
              <a:buNone/>
              <a:defRPr sz="1693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DB0C78F-5BF6-4741-8EF4-0317AF8FB6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611" y="6095835"/>
            <a:ext cx="1638032" cy="380990"/>
          </a:xfrm>
        </p:spPr>
        <p:txBody>
          <a:bodyPr anchor="b" anchorCtr="0"/>
          <a:lstStyle>
            <a:lvl1pPr>
              <a:defRPr sz="794"/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CED49C62-4C22-4829-ACC8-9191840D3A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2127" y="6095835"/>
            <a:ext cx="1638032" cy="380990"/>
          </a:xfrm>
        </p:spPr>
        <p:txBody>
          <a:bodyPr anchor="b" anchorCtr="0"/>
          <a:lstStyle>
            <a:lvl1pPr>
              <a:defRPr sz="794"/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4" name="fcSlideMaster236.Titelfoli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1FBC145D-832D-487C-8A8B-85BFE9E9439F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5" name="fcSlideMaster.Titelfoli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3477F71A-AD80-F1D0-1751-CF639D93A91D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29.Titelfoli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610C1672-23F5-023E-16A3-332C51432686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065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13B6A4-8638-4E3B-9F05-55866D8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cSlideMaster236.Titel und Inhalt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074EDC53-A92E-4398-91B2-5FCD45AD8C74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8" name="fcSlideMaster.Titel und Inhalt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86E73B1D-0360-4E6E-CA46-CF820F30CF84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9" name="fcSlideMaster29.Titel und Inhalt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7437C2D-BA2E-3590-1F1C-CFC1F252A57C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44253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611" y="2400806"/>
            <a:ext cx="5371064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86996" y="2400806"/>
            <a:ext cx="5371065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871759D-1483-4B12-A222-90C19F20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36FFF93-5CB5-4BD1-B035-C1234D6E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3D4074F-A8C9-4F58-86BF-73ADF6EC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cSlideMaster236.Zwei Inhal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4841812-8060-4611-AF10-3086E2043539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.Zwei Inhal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5CF3B0BE-6193-CDAB-B9B0-921300D4BB46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29.Zwei Inhal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C383191B-4248-6896-3F70-90C01E47BE4E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74935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C99564-206A-4E78-879E-461DE1C1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6CE44-58CD-4A81-8691-BCFF7611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C3DA5C-4C9C-4ACC-A420-FC8EA23D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fcSlideMaster236.Nur Tite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046C2EBB-76FB-453E-80A6-0F072453680E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.Nur Tite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9C1A7C7D-AC73-8962-D605-CE13B6E00EBA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8" name="fcSlideMaster29.Nur Tite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0B5391D9-6408-D644-32FF-B87AC3228970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58560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cSlideMaster236.Le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BA6DC770-D6AA-4EC2-BEB5-E864CA233931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.Le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5B13DDB9-ACAD-CB11-1B77-9CEB470DFDA3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29.Le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429F937C-AAA0-CB5E-1E7A-5FC368F3D7A2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91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cSlideMaster236.AZ Blank + Colo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385EC276-B31B-4393-AADF-1A48C45F3A8F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.AZ Blank + Colo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F1D174C9-2E7A-DFFC-E599-AD8415F43B71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29.AZ Blank + Colo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151E76E4-B046-17C0-6741-B5A1D5D761EC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032333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4F1EA0-7738-46BE-A0A5-83AD2F0E50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3" name="fcSlideMaster236.AZ Blank + Logo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4E043CDD-75B2-4B4F-8B95-412AFE065EF0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.AZ Blank + Logo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18FF6BBA-467F-C013-4013-09F4EF187548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29.AZ Blank + Logo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098AADE6-E2F6-CD06-2D06-05381DA1F601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014176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without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cSlideMaster236.AZ Blank without Toplin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F3B7B85D-E255-48AF-B949-A6EA75C9E0E8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5" name="fcSlideMaster.AZ Blank without Toplin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3FCD67E2-C313-5367-5720-8328B900C385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29.AZ Blank without Toplin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B6239A3D-5B57-5A3E-DF9A-736971F20090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58764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FB93F98-2502-4A46-903A-C90B11A87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10" y="-152396"/>
            <a:ext cx="1104853" cy="937345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1DB0DDD-4B70-4A6A-9137-29788C24289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5610" y="1448212"/>
            <a:ext cx="10972295" cy="4534479"/>
          </a:xfrm>
        </p:spPr>
        <p:txBody>
          <a:bodyPr/>
          <a:lstStyle>
            <a:lvl1pPr>
              <a:lnSpc>
                <a:spcPct val="80000"/>
              </a:lnSpc>
              <a:spcAft>
                <a:spcPts val="2540"/>
              </a:spcAft>
              <a:defRPr sz="4974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cSlideMaster236.AZ Quo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8BD2DF8-024B-4195-A9C3-8F010198BD42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3" name="fcSlideMaster.AZ Quo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51E6EDD-EFA0-8222-203F-6E183BFEBF6D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5" name="fcSlideMaster29.AZ Quo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63998049-1BDF-A185-D101-51D42BF1BCEF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68306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Key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43F4184-F695-473F-B37A-0DA4B8E546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12192000" cy="6858000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F37F0F-CC12-4317-9811-C30269ED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9577E3-FEC7-432A-BEA6-FED22745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D1BC4-FEF0-4830-B116-C4AAB3BFE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62166" y="3733699"/>
            <a:ext cx="5867151" cy="2248991"/>
          </a:xfrm>
        </p:spPr>
        <p:txBody>
          <a:bodyPr/>
          <a:lstStyle>
            <a:lvl1pPr>
              <a:lnSpc>
                <a:spcPct val="80000"/>
              </a:lnSpc>
              <a:defRPr sz="4974">
                <a:solidFill>
                  <a:schemeClr val="tx1"/>
                </a:solidFill>
              </a:defRPr>
            </a:lvl1pPr>
            <a:lvl2pPr algn="r">
              <a:lnSpc>
                <a:spcPct val="80000"/>
              </a:lnSpc>
              <a:defRPr sz="4974">
                <a:solidFill>
                  <a:srgbClr val="13A0D3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fcSlideMaster236.AZ Keyvisua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689CD948-1C4B-4522-AC5A-66D642B750DD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4" name="fcSlideMaster.AZ Keyvisua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F9DF600E-B28F-A2AF-381F-3F7474A16843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29.AZ Keyvisua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3E8F169-DDED-570B-B009-985FCD6C7169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21503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28590" y="1371563"/>
            <a:ext cx="12801058" cy="2666928"/>
          </a:xfrm>
        </p:spPr>
        <p:txBody>
          <a:bodyPr rIns="216000" anchor="b" anchorCtr="0"/>
          <a:lstStyle>
            <a:lvl1pPr algn="r">
              <a:lnSpc>
                <a:spcPct val="80000"/>
              </a:lnSpc>
              <a:defRPr sz="20002"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28590" y="3581305"/>
            <a:ext cx="12801058" cy="3581884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20002">
                <a:solidFill>
                  <a:srgbClr val="13A0D3"/>
                </a:solidFill>
              </a:defRPr>
            </a:lvl1pPr>
            <a:lvl2pPr marL="483849" indent="0" algn="ctr">
              <a:buNone/>
              <a:defRPr sz="2117"/>
            </a:lvl2pPr>
            <a:lvl3pPr marL="967698" indent="0" algn="ctr">
              <a:buNone/>
              <a:defRPr sz="1905"/>
            </a:lvl3pPr>
            <a:lvl4pPr marL="1451546" indent="0" algn="ctr">
              <a:buNone/>
              <a:defRPr sz="1693"/>
            </a:lvl4pPr>
            <a:lvl5pPr marL="1935395" indent="0" algn="ctr">
              <a:buNone/>
              <a:defRPr sz="1693"/>
            </a:lvl5pPr>
            <a:lvl6pPr marL="2419244" indent="0" algn="ctr">
              <a:buNone/>
              <a:defRPr sz="1693"/>
            </a:lvl6pPr>
            <a:lvl7pPr marL="2903094" indent="0" algn="ctr">
              <a:buNone/>
              <a:defRPr sz="1693"/>
            </a:lvl7pPr>
            <a:lvl8pPr marL="3386941" indent="0" algn="ctr">
              <a:buNone/>
              <a:defRPr sz="1693"/>
            </a:lvl8pPr>
            <a:lvl9pPr marL="3870790" indent="0" algn="ctr">
              <a:buNone/>
              <a:defRPr sz="1693"/>
            </a:lvl9pPr>
          </a:lstStyle>
          <a:p>
            <a:r>
              <a:rPr lang="de-DE"/>
              <a:t>Unter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5BE87-8858-4487-A7B7-4B925CB9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6D94C-7A9E-4443-A1F8-19DBCAF0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61BDC56-BD94-4C43-90E8-CBB9A53F26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5" name="fcSlideMaster236.AZ Chapter Divid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8777D435-CC60-454D-9A78-F222FFD8338D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.AZ Chapter Divid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ADF4C2B4-B987-7E13-C997-5B83A018502A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9" name="fcSlideMaster29.AZ Chapter Divid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F1F621B3-DDE1-9524-F0D2-2F35CCA70841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30342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11" y="1790653"/>
            <a:ext cx="10972296" cy="1676355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9948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5925" y="3352709"/>
            <a:ext cx="7161980" cy="1676355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9948">
                <a:solidFill>
                  <a:srgbClr val="13A0D3"/>
                </a:solidFill>
              </a:defRPr>
            </a:lvl1pPr>
            <a:lvl2pPr marL="483849" indent="0" algn="ctr">
              <a:buNone/>
              <a:defRPr sz="2117"/>
            </a:lvl2pPr>
            <a:lvl3pPr marL="967698" indent="0" algn="ctr">
              <a:buNone/>
              <a:defRPr sz="1905"/>
            </a:lvl3pPr>
            <a:lvl4pPr marL="1451546" indent="0" algn="ctr">
              <a:buNone/>
              <a:defRPr sz="1693"/>
            </a:lvl4pPr>
            <a:lvl5pPr marL="1935395" indent="0" algn="ctr">
              <a:buNone/>
              <a:defRPr sz="1693"/>
            </a:lvl5pPr>
            <a:lvl6pPr marL="2419244" indent="0" algn="ctr">
              <a:buNone/>
              <a:defRPr sz="1693"/>
            </a:lvl6pPr>
            <a:lvl7pPr marL="2903094" indent="0" algn="ctr">
              <a:buNone/>
              <a:defRPr sz="1693"/>
            </a:lvl7pPr>
            <a:lvl8pPr marL="3386941" indent="0" algn="ctr">
              <a:buNone/>
              <a:defRPr sz="1693"/>
            </a:lvl8pPr>
            <a:lvl9pPr marL="3870790" indent="0" algn="ctr">
              <a:buNone/>
              <a:defRPr sz="1693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9874" y="495618"/>
            <a:ext cx="1638032" cy="1295034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974">
                <a:solidFill>
                  <a:srgbClr val="122B54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30324D-388D-4C97-AE26-194C8D2A9E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4" name="fcSlideMaster236.AZ Chapter Divider2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AEF6F796-D626-4B2D-85E7-11AEDE1C2298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5" name="fcSlideMaster.AZ Chapter Divider2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BDB58511-E8C6-529A-B406-35761B2836F8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29.AZ Chapter Divider2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448B66C5-2FDD-4F9E-45AB-E3E6239087E9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81341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11" y="1790653"/>
            <a:ext cx="10972296" cy="1676355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9948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5925" y="3352709"/>
            <a:ext cx="7161980" cy="1676355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9948">
                <a:solidFill>
                  <a:schemeClr val="tx1"/>
                </a:solidFill>
              </a:defRPr>
            </a:lvl1pPr>
            <a:lvl2pPr marL="483849" indent="0" algn="ctr">
              <a:buNone/>
              <a:defRPr sz="2117"/>
            </a:lvl2pPr>
            <a:lvl3pPr marL="967698" indent="0" algn="ctr">
              <a:buNone/>
              <a:defRPr sz="1905"/>
            </a:lvl3pPr>
            <a:lvl4pPr marL="1451546" indent="0" algn="ctr">
              <a:buNone/>
              <a:defRPr sz="1693"/>
            </a:lvl4pPr>
            <a:lvl5pPr marL="1935395" indent="0" algn="ctr">
              <a:buNone/>
              <a:defRPr sz="1693"/>
            </a:lvl5pPr>
            <a:lvl6pPr marL="2419244" indent="0" algn="ctr">
              <a:buNone/>
              <a:defRPr sz="1693"/>
            </a:lvl6pPr>
            <a:lvl7pPr marL="2903094" indent="0" algn="ctr">
              <a:buNone/>
              <a:defRPr sz="1693"/>
            </a:lvl7pPr>
            <a:lvl8pPr marL="3386941" indent="0" algn="ctr">
              <a:buNone/>
              <a:defRPr sz="1693"/>
            </a:lvl8pPr>
            <a:lvl9pPr marL="3870790" indent="0" algn="ctr">
              <a:buNone/>
              <a:defRPr sz="1693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9874" y="495618"/>
            <a:ext cx="1638032" cy="1295034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974">
                <a:solidFill>
                  <a:srgbClr val="122B54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FDCE14-724D-49F7-8BAD-435E832695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4" name="fcSlideMaster236.AZ Chapter Divider3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976ED78D-FA54-4EB3-8E5C-F57A0BDB4967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.AZ Chapter Divider3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1CFE9D53-3B8D-A470-F79F-44566B98A0C0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7" name="fcSlideMaster29.AZ Chapter Divider3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66041FFD-C10E-5DB7-19DF-1C64BD81C2B6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978127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612" y="2400806"/>
            <a:ext cx="3504548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8644" y="2400806"/>
            <a:ext cx="3506228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AC653B4F-70E3-43C6-9A6A-30D34B126E8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3358" y="2400235"/>
            <a:ext cx="3504549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ED9CC3-FB9A-433A-B0C4-CCC2B5C9E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DA8F77-D054-4725-9E94-DAAB8C08F0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C8D8D1-129B-451D-A656-331AE3E87D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cSlideMaster236.AZ 3 Columns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78871850-E3B2-4089-930E-78E84F86E2D9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en-US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en-US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9" name="fcSlideMaster.AZ 3 Columns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B58758DF-A518-DE71-8748-F85D266CD545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10" name="fcSlideMaster29.AZ 3 Columns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7DFCF4D7-F0F7-7BFA-1598-35ECD179D360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478825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425" y="1620001"/>
            <a:ext cx="11233150" cy="1676355"/>
          </a:xfrm>
        </p:spPr>
        <p:txBody>
          <a:bodyPr rIns="216000" anchor="b" anchorCtr="0"/>
          <a:lstStyle>
            <a:lvl1pPr algn="l">
              <a:lnSpc>
                <a:spcPts val="8500"/>
              </a:lnSpc>
              <a:defRPr sz="8500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95776" y="3240001"/>
            <a:ext cx="7416800" cy="1676355"/>
          </a:xfrm>
        </p:spPr>
        <p:txBody>
          <a:bodyPr rIns="216000"/>
          <a:lstStyle>
            <a:lvl1pPr marL="0" indent="0" algn="l">
              <a:lnSpc>
                <a:spcPts val="8500"/>
              </a:lnSpc>
              <a:buNone/>
              <a:defRPr sz="8500">
                <a:solidFill>
                  <a:schemeClr val="tx1"/>
                </a:solidFill>
              </a:defRPr>
            </a:lvl1pPr>
            <a:lvl2pPr marL="483849" indent="0" algn="ctr">
              <a:buNone/>
              <a:defRPr sz="2117"/>
            </a:lvl2pPr>
            <a:lvl3pPr marL="967698" indent="0" algn="ctr">
              <a:buNone/>
              <a:defRPr sz="1905"/>
            </a:lvl3pPr>
            <a:lvl4pPr marL="1451546" indent="0" algn="ctr">
              <a:buNone/>
              <a:defRPr sz="1693"/>
            </a:lvl4pPr>
            <a:lvl5pPr marL="1935395" indent="0" algn="ctr">
              <a:buNone/>
              <a:defRPr sz="1693"/>
            </a:lvl5pPr>
            <a:lvl6pPr marL="2419244" indent="0" algn="ctr">
              <a:buNone/>
              <a:defRPr sz="1693"/>
            </a:lvl6pPr>
            <a:lvl7pPr marL="2903094" indent="0" algn="ctr">
              <a:buNone/>
              <a:defRPr sz="1693"/>
            </a:lvl7pPr>
            <a:lvl8pPr marL="3386941" indent="0" algn="ctr">
              <a:buNone/>
              <a:defRPr sz="1693"/>
            </a:lvl8pPr>
            <a:lvl9pPr marL="3870790" indent="0" algn="ctr">
              <a:buNone/>
              <a:defRPr sz="1693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496800"/>
            <a:ext cx="1692275" cy="10440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800">
                <a:solidFill>
                  <a:srgbClr val="122B54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692D22C-1315-4D74-BBBB-BCE2FB7714B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2001" y="504000"/>
            <a:ext cx="1017998" cy="252000"/>
          </a:xfrm>
          <a:prstGeom prst="rect">
            <a:avLst/>
          </a:prstGeom>
        </p:spPr>
      </p:pic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C2789B9-E108-4B68-95AC-2F43EFACBD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A76155D-28BD-4C10-BAB6-57A10E8FE8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C449F3-BD9D-48DC-BFF1-0F66671DA7C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fcSlideMaster82.Divider blueFooter" descr=" ">
            <a:extLst>
              <a:ext uri="{FF2B5EF4-FFF2-40B4-BE49-F238E27FC236}">
                <a16:creationId xmlns:a16="http://schemas.microsoft.com/office/drawing/2014/main" id="{696E16F0-8794-4E02-9D38-AEAB72A072E5}"/>
              </a:ext>
            </a:extLst>
          </p:cNvPr>
          <p:cNvSpPr txBox="1"/>
          <p:nvPr userDrawn="1"/>
        </p:nvSpPr>
        <p:spPr>
          <a:xfrm>
            <a:off x="0" y="6537960"/>
            <a:ext cx="12192000" cy="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tr-TR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  <p:sp>
        <p:nvSpPr>
          <p:cNvPr id="5" name="fcSlideMaster.Divider blu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E6A88DA4-B1EA-4727-09BA-1A16F5FEF7A0}"/>
              </a:ext>
            </a:extLst>
          </p:cNvPr>
          <p:cNvSpPr txBox="1"/>
          <p:nvPr userDrawn="1"/>
        </p:nvSpPr>
        <p:spPr>
          <a:xfrm>
            <a:off x="0" y="6245859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99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6" name="fcSlideMaster29.Divider blu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56D51FA-810A-30E2-4033-BD193B08AE7E}"/>
              </a:ext>
            </a:extLst>
          </p:cNvPr>
          <p:cNvSpPr txBox="1"/>
          <p:nvPr userDrawn="1"/>
        </p:nvSpPr>
        <p:spPr>
          <a:xfrm>
            <a:off x="0" y="6245860"/>
            <a:ext cx="12192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00"/>
              </a:spcAft>
            </a:pPr>
            <a:r>
              <a:rPr lang="tr-TR" sz="8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00"/>
              </a:spcAft>
            </a:pPr>
            <a:r>
              <a:rPr lang="tr-TR" sz="1000" b="1" i="0" u="none" spc="100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783342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80917" y="1"/>
            <a:ext cx="6211083" cy="6858000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11" y="1904948"/>
            <a:ext cx="5371065" cy="2400235"/>
          </a:xfrm>
        </p:spPr>
        <p:txBody>
          <a:bodyPr rIns="216000" anchor="ctr" anchorCtr="0"/>
          <a:lstStyle>
            <a:lvl1pPr algn="l">
              <a:lnSpc>
                <a:spcPct val="80000"/>
              </a:lnSpc>
              <a:defRPr sz="7408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611" y="4800471"/>
            <a:ext cx="5371065" cy="562065"/>
          </a:xfrm>
        </p:spPr>
        <p:txBody>
          <a:bodyPr rIns="216000"/>
          <a:lstStyle>
            <a:lvl1pPr marL="0" indent="0" algn="l">
              <a:buNone/>
              <a:defRPr sz="1587"/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DB0C78F-5BF6-4741-8EF4-0317AF8FB6B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611" y="6095835"/>
            <a:ext cx="1638032" cy="380990"/>
          </a:xfrm>
        </p:spPr>
        <p:txBody>
          <a:bodyPr anchor="b" anchorCtr="0"/>
          <a:lstStyle>
            <a:lvl1pPr>
              <a:defRPr sz="794"/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CED49C62-4C22-4829-ACC8-9191840D3A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62127" y="6095835"/>
            <a:ext cx="1638032" cy="380990"/>
          </a:xfrm>
        </p:spPr>
        <p:txBody>
          <a:bodyPr anchor="b" anchorCtr="0"/>
          <a:lstStyle>
            <a:lvl1pPr>
              <a:defRPr sz="794"/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4" name="fcSlideMaster.Titelfoli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29A5CAD-A2B4-4224-BFB1-B792402D7CCB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153424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13B6A4-8638-4E3B-9F05-55866D8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cSlideMaster.Titel und Inhalt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ECE95FCD-6074-4F74-9FA1-223B58BF74DE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660936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611" y="2400805"/>
            <a:ext cx="5371064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86994" y="2400805"/>
            <a:ext cx="5371065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871759D-1483-4B12-A222-90C19F20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36FFF93-5CB5-4BD1-B035-C1234D6E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3D4074F-A8C9-4F58-86BF-73ADF6EC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cSlideMaster.Zwei Inhal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F7F89B4E-4A72-4DB9-A3B6-8A8FC86DA422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213185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C99564-206A-4E78-879E-461DE1C1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6CE44-58CD-4A81-8691-BCFF7611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C3DA5C-4C9C-4ACC-A420-FC8EA23D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fcSlideMaster.Nur Tite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61994E02-49DB-4742-815A-9F5D0ECDA391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358813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cSlideMaster.Le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CEC3090F-C324-4471-A4AE-23C8E634AD0E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832720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cSlideMaster.AZ Blank + Colo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FD5EDB71-72CA-478D-9875-6F42EB761F74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424520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4F1EA0-7738-46BE-A0A5-83AD2F0E505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3" name="fcSlideMaster.AZ Blank + Logo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72C3491B-0604-4BB6-9E8F-CDBF922D0DF4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763084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without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cSlideMaster.AZ Blank without Toplin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0422502-24F6-40D6-AEB9-032AAC896D1B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442805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FB93F98-2502-4A46-903A-C90B11A87BA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-152396"/>
            <a:ext cx="1104853" cy="937345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1DB0DDD-4B70-4A6A-9137-29788C24289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5610" y="1448211"/>
            <a:ext cx="10972295" cy="4534479"/>
          </a:xfrm>
        </p:spPr>
        <p:txBody>
          <a:bodyPr/>
          <a:lstStyle>
            <a:lvl1pPr>
              <a:lnSpc>
                <a:spcPct val="80000"/>
              </a:lnSpc>
              <a:spcAft>
                <a:spcPts val="2540"/>
              </a:spcAft>
              <a:defRPr sz="4974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cSlideMaster.AZ Quote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4319BD4E-BF01-4BF9-ABCE-A8AF3AD5B7A0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9130759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Key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43F4184-F695-473F-B37A-0DA4B8E546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8000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F37F0F-CC12-4317-9811-C30269ED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9577E3-FEC7-432A-BEA6-FED22745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D1BC4-FEF0-4830-B116-C4AAB3BFE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62166" y="3733699"/>
            <a:ext cx="5867151" cy="2248991"/>
          </a:xfrm>
        </p:spPr>
        <p:txBody>
          <a:bodyPr/>
          <a:lstStyle>
            <a:lvl1pPr>
              <a:lnSpc>
                <a:spcPct val="80000"/>
              </a:lnSpc>
              <a:defRPr sz="4974">
                <a:solidFill>
                  <a:schemeClr val="tx1"/>
                </a:solidFill>
              </a:defRPr>
            </a:lvl1pPr>
            <a:lvl2pPr algn="r">
              <a:lnSpc>
                <a:spcPct val="80000"/>
              </a:lnSpc>
              <a:defRPr sz="4974">
                <a:solidFill>
                  <a:srgbClr val="13A0D3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fcSlideMaster.AZ Keyvisual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0A0B2B73-E262-4F39-8CE2-97A356A72BB4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749795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28590" y="1371563"/>
            <a:ext cx="12801058" cy="2666928"/>
          </a:xfrm>
        </p:spPr>
        <p:txBody>
          <a:bodyPr rIns="216000" anchor="b" anchorCtr="0"/>
          <a:lstStyle>
            <a:lvl1pPr algn="r">
              <a:lnSpc>
                <a:spcPct val="80000"/>
              </a:lnSpc>
              <a:defRPr sz="20002"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28590" y="3581304"/>
            <a:ext cx="12801058" cy="3581884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20002">
                <a:solidFill>
                  <a:srgbClr val="13A0D3"/>
                </a:solidFill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Unter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5BE87-8858-4487-A7B7-4B925CB9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6D94C-7A9E-4443-A1F8-19DBCAF0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61BDC56-BD94-4C43-90E8-CBB9A53F26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5" name="fcSlideMaster.AZ Chapter Divider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F21C6C3D-167B-4C53-941B-8DE16B3F18DA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577138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10" y="1790652"/>
            <a:ext cx="10972296" cy="1676355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9948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5925" y="3352709"/>
            <a:ext cx="7161980" cy="1676355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9948">
                <a:solidFill>
                  <a:srgbClr val="13A0D3"/>
                </a:solidFill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9874" y="495618"/>
            <a:ext cx="1638032" cy="1295034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974">
                <a:solidFill>
                  <a:srgbClr val="122B54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30324D-388D-4C97-AE26-194C8D2A9E1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4" name="fcSlideMaster.AZ Chapter Divider2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289FC863-0DFE-4812-B011-9C1F25EFE7D6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0500336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610" y="1790652"/>
            <a:ext cx="10972296" cy="1676355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9948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5925" y="3352709"/>
            <a:ext cx="7161980" cy="1676355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9948">
                <a:solidFill>
                  <a:schemeClr val="tx1"/>
                </a:solidFill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29874" y="495618"/>
            <a:ext cx="1638032" cy="1295034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974">
                <a:solidFill>
                  <a:srgbClr val="122B54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FDCE14-724D-49F7-8BAD-435E832695F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4" name="fcSlideMaster.AZ Chapter Divider3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9645BAA8-A3FD-43C6-A962-EC7E620A7D7F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5053709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612" y="2400805"/>
            <a:ext cx="3504548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8644" y="2400805"/>
            <a:ext cx="3506228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AC653B4F-70E3-43C6-9A6A-30D34B126E8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3357" y="2400235"/>
            <a:ext cx="3504549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ED9CC3-FB9A-433A-B0C4-CCC2B5C9E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DA8F77-D054-4725-9E94-DAAB8C08F0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C8D8D1-129B-451D-A656-331AE3E87D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cSlideMaster.AZ 3 Columns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1862E28C-46D4-4A98-B888-7F0D050B0FC3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760459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+ to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2C489F-F019-4419-9172-668E44FC8C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F45E11-429A-423F-97E9-1B1309F4DB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C449F3-BD9D-48DC-BFF1-0F66671DA7C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BF6088-36A1-4310-BB51-1649635E78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6" y="476250"/>
            <a:ext cx="9324975" cy="251999"/>
          </a:xfrm>
        </p:spPr>
        <p:txBody>
          <a:bodyPr/>
          <a:lstStyle>
            <a:lvl1pPr>
              <a:defRPr lang="de-DE" sz="1100" b="1" kern="1200" cap="all" spc="63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Topline goes here</a:t>
            </a:r>
          </a:p>
        </p:txBody>
      </p:sp>
      <p:sp>
        <p:nvSpPr>
          <p:cNvPr id="3" name="fcSlideMaster521.Headline + topline onlyFooter" descr="¯¯¯¯¯¯¯¯¯¯¯¯¯¯¯¯&#10;Şirket İçi / Internal&#10;________________"/>
          <p:cNvSpPr txBox="1"/>
          <p:nvPr userDrawn="1"/>
        </p:nvSpPr>
        <p:spPr>
          <a:xfrm>
            <a:off x="0" y="6398366"/>
            <a:ext cx="12192000" cy="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tr-TR" sz="8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/>
            <a:r>
              <a:rPr lang="tr-TR" sz="8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/>
            <a:r>
              <a:rPr lang="tr-TR" sz="10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4" name="fcSlideMaster1851.Headline + topline only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4FD821E3-AE71-4CE7-985A-BA5DD03E2A36}"/>
              </a:ext>
            </a:extLst>
          </p:cNvPr>
          <p:cNvSpPr txBox="1"/>
          <p:nvPr userDrawn="1"/>
        </p:nvSpPr>
        <p:spPr>
          <a:xfrm>
            <a:off x="0" y="6398366"/>
            <a:ext cx="12192000" cy="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tr-TR" sz="8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/>
            <a:r>
              <a:rPr lang="tr-TR" sz="8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/>
            <a:r>
              <a:rPr lang="tr-TR" sz="10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8" name="fcSlideMaster1972.Headline + topline only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9277758A-2F01-47EE-B4C3-39B9D009CEFA}"/>
              </a:ext>
            </a:extLst>
          </p:cNvPr>
          <p:cNvSpPr txBox="1"/>
          <p:nvPr userDrawn="1"/>
        </p:nvSpPr>
        <p:spPr>
          <a:xfrm>
            <a:off x="0" y="6398366"/>
            <a:ext cx="12192000" cy="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tr-TR" sz="8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/>
            <a:r>
              <a:rPr lang="tr-TR" sz="8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/>
            <a:r>
              <a:rPr lang="tr-TR" sz="1000" b="1" i="0" u="none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9" name="fcSlideMaster.Headline + topline onlyFooter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C98CC451-04A0-48A4-B994-EA8EAECC3404}"/>
              </a:ext>
            </a:extLst>
          </p:cNvPr>
          <p:cNvSpPr txBox="1"/>
          <p:nvPr userDrawn="1"/>
        </p:nvSpPr>
        <p:spPr>
          <a:xfrm>
            <a:off x="0" y="6210169"/>
            <a:ext cx="12192000" cy="577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1058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9162942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8590" y="1790652"/>
            <a:ext cx="12420074" cy="1676355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1291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" y="3352709"/>
            <a:ext cx="12572467" cy="1676355"/>
          </a:xfrm>
        </p:spPr>
        <p:txBody>
          <a:bodyPr rIns="216000"/>
          <a:lstStyle>
            <a:lvl1pPr marL="0" indent="0" algn="r">
              <a:lnSpc>
                <a:spcPct val="80000"/>
              </a:lnSpc>
              <a:buNone/>
              <a:defRPr sz="12911">
                <a:solidFill>
                  <a:srgbClr val="13A0D3"/>
                </a:solidFill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Untertitelformat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DB0C78F-5BF6-4741-8EF4-0317AF8FB6B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610" y="6095835"/>
            <a:ext cx="5485307" cy="380990"/>
          </a:xfrm>
        </p:spPr>
        <p:txBody>
          <a:bodyPr anchor="b" anchorCtr="0"/>
          <a:lstStyle>
            <a:lvl1pPr>
              <a:lnSpc>
                <a:spcPct val="100000"/>
              </a:lnSpc>
              <a:defRPr sz="1587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</p:spTree>
    <p:extLst>
      <p:ext uri="{BB962C8B-B14F-4D97-AF65-F5344CB8AC3E}">
        <p14:creationId xmlns:p14="http://schemas.microsoft.com/office/powerpoint/2010/main" val="2199088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13B6A4-8638-4E3B-9F05-55866D8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1396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611" y="2400805"/>
            <a:ext cx="5371064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841" y="2400805"/>
            <a:ext cx="5371064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871759D-1483-4B12-A222-90C19F20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36FFF93-5CB5-4BD1-B035-C1234D6E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3D4074F-A8C9-4F58-86BF-73ADF6EC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7404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C99564-206A-4E78-879E-461DE1C1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6CE44-58CD-4A81-8691-BCFF7611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C3DA5C-4C9C-4ACC-A420-FC8EA23D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776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3017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3795C5-4CD6-4FB0-947E-23522017299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4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Text+Fond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1BBB61B-6E7A-4BFF-9CB2-ED26389C4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1" y="1219722"/>
            <a:ext cx="3504548" cy="476296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17BF0A-6C84-41F6-BF3F-CBB13FEE33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28644" y="1219723"/>
            <a:ext cx="7239262" cy="47629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B125DD-B218-4B65-A292-A67AEC69AB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0E4D6E-27A0-4B8A-8544-9BB76F9CE2F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E3945F-1854-4B62-BEAE-A859F45E398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0145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Quot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17BF0A-6C84-41F6-BF3F-CBB13FEE33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5610" y="1448211"/>
            <a:ext cx="10972295" cy="4534479"/>
          </a:xfrm>
        </p:spPr>
        <p:txBody>
          <a:bodyPr/>
          <a:lstStyle>
            <a:lvl1pPr>
              <a:lnSpc>
                <a:spcPct val="80000"/>
              </a:lnSpc>
              <a:spcAft>
                <a:spcPts val="2540"/>
              </a:spcAft>
              <a:defRPr sz="4974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FC5EB96C-1978-4B37-B940-72FCA15AA23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A316743-3033-4FC9-8ADF-C75E03C180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7A28BB5-45D7-4A7F-B5F7-BB60CFEF37C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-152396"/>
            <a:ext cx="1104853" cy="9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506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28590" y="1371563"/>
            <a:ext cx="12801058" cy="2666928"/>
          </a:xfrm>
        </p:spPr>
        <p:txBody>
          <a:bodyPr rIns="216000" anchor="b" anchorCtr="0"/>
          <a:lstStyle>
            <a:lvl1pPr algn="r">
              <a:lnSpc>
                <a:spcPct val="80000"/>
              </a:lnSpc>
              <a:defRPr sz="20002">
                <a:solidFill>
                  <a:schemeClr val="tx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28590" y="3581304"/>
            <a:ext cx="12801058" cy="3581884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20002">
                <a:solidFill>
                  <a:srgbClr val="13A0D3"/>
                </a:solidFill>
              </a:defRPr>
            </a:lvl1pPr>
            <a:lvl2pPr marL="483855" indent="0" algn="ctr">
              <a:buNone/>
              <a:defRPr sz="2117"/>
            </a:lvl2pPr>
            <a:lvl3pPr marL="967710" indent="0" algn="ctr">
              <a:buNone/>
              <a:defRPr sz="1905"/>
            </a:lvl3pPr>
            <a:lvl4pPr marL="1451564" indent="0" algn="ctr">
              <a:buNone/>
              <a:defRPr sz="1693"/>
            </a:lvl4pPr>
            <a:lvl5pPr marL="1935419" indent="0" algn="ctr">
              <a:buNone/>
              <a:defRPr sz="1693"/>
            </a:lvl5pPr>
            <a:lvl6pPr marL="2419274" indent="0" algn="ctr">
              <a:buNone/>
              <a:defRPr sz="1693"/>
            </a:lvl6pPr>
            <a:lvl7pPr marL="2903129" indent="0" algn="ctr">
              <a:buNone/>
              <a:defRPr sz="1693"/>
            </a:lvl7pPr>
            <a:lvl8pPr marL="3386983" indent="0" algn="ctr">
              <a:buNone/>
              <a:defRPr sz="1693"/>
            </a:lvl8pPr>
            <a:lvl9pPr marL="3870838" indent="0" algn="ctr">
              <a:buNone/>
              <a:defRPr sz="1693"/>
            </a:lvl9pPr>
          </a:lstStyle>
          <a:p>
            <a:r>
              <a:rPr lang="de-DE"/>
              <a:t>Unter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5BE87-8858-4487-A7B7-4B925CB9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6D94C-7A9E-4443-A1F8-19DBCAF0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ED41466-DBEC-42EF-BA33-38FB35FBA91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10" y="495618"/>
            <a:ext cx="2057313" cy="5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97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612" y="2400805"/>
            <a:ext cx="3504548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8643" y="2400805"/>
            <a:ext cx="3504548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AC653B4F-70E3-43C6-9A6A-30D34B126E8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63356" y="2400235"/>
            <a:ext cx="3504548" cy="35818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ED9CC3-FB9A-433A-B0C4-CCC2B5C9E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DA8F77-D054-4725-9E94-DAAB8C08F0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C8D8D1-129B-451D-A656-331AE3E87D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9368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949994714"/>
              </p:ext>
            </p:extLst>
          </p:nvPr>
        </p:nvGraphicFramePr>
        <p:xfrm>
          <a:off x="1680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309" imgH="309" progId="TCLayout.ActiveDocument.1">
                  <p:embed/>
                </p:oleObj>
              </mc:Choice>
              <mc:Fallback>
                <p:oleObj name="think-cell Slide" r:id="rId18" imgW="309" imgH="309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680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1" y="1219723"/>
            <a:ext cx="10972295" cy="9525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613" y="2400806"/>
            <a:ext cx="10972294" cy="35818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 nicht verwenden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011674-EBDC-44CC-9043-F666555AC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0153255" y="3943944"/>
            <a:ext cx="3581885" cy="495609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>
            <a:lvl1pPr algn="l">
              <a:defRPr sz="794">
                <a:solidFill>
                  <a:schemeClr val="bg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5612" y="495288"/>
            <a:ext cx="5371065" cy="2666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70" b="1" cap="all" spc="63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FEBF46-B211-4AF6-9DBD-FCB513815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6389" y="5982691"/>
            <a:ext cx="495610" cy="875309"/>
          </a:xfrm>
          <a:prstGeom prst="rect">
            <a:avLst/>
          </a:prstGeom>
        </p:spPr>
        <p:txBody>
          <a:bodyPr vert="horz" lIns="72000" tIns="0" rIns="0" bIns="0" rtlCol="0" anchor="ctr" anchorCtr="0">
            <a:noAutofit/>
          </a:bodyPr>
          <a:lstStyle>
            <a:lvl1pPr algn="l">
              <a:defRPr sz="794" b="1">
                <a:solidFill>
                  <a:schemeClr val="bg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reeform 54"/>
          <p:cNvSpPr>
            <a:spLocks noEditPoints="1"/>
          </p:cNvSpPr>
          <p:nvPr userDrawn="1"/>
        </p:nvSpPr>
        <p:spPr bwMode="auto">
          <a:xfrm>
            <a:off x="11742091" y="108759"/>
            <a:ext cx="326878" cy="328051"/>
          </a:xfrm>
          <a:custGeom>
            <a:avLst/>
            <a:gdLst>
              <a:gd name="T0" fmla="*/ 227 w 396"/>
              <a:gd name="T1" fmla="*/ 310 h 397"/>
              <a:gd name="T2" fmla="*/ 227 w 396"/>
              <a:gd name="T3" fmla="*/ 91 h 397"/>
              <a:gd name="T4" fmla="*/ 204 w 396"/>
              <a:gd name="T5" fmla="*/ 68 h 397"/>
              <a:gd name="T6" fmla="*/ 152 w 396"/>
              <a:gd name="T7" fmla="*/ 68 h 397"/>
              <a:gd name="T8" fmla="*/ 152 w 396"/>
              <a:gd name="T9" fmla="*/ 92 h 397"/>
              <a:gd name="T10" fmla="*/ 155 w 396"/>
              <a:gd name="T11" fmla="*/ 92 h 397"/>
              <a:gd name="T12" fmla="*/ 169 w 396"/>
              <a:gd name="T13" fmla="*/ 109 h 397"/>
              <a:gd name="T14" fmla="*/ 169 w 396"/>
              <a:gd name="T15" fmla="*/ 310 h 397"/>
              <a:gd name="T16" fmla="*/ 227 w 396"/>
              <a:gd name="T17" fmla="*/ 310 h 397"/>
              <a:gd name="T18" fmla="*/ 252 w 396"/>
              <a:gd name="T19" fmla="*/ 310 h 397"/>
              <a:gd name="T20" fmla="*/ 309 w 396"/>
              <a:gd name="T21" fmla="*/ 310 h 397"/>
              <a:gd name="T22" fmla="*/ 309 w 396"/>
              <a:gd name="T23" fmla="*/ 139 h 397"/>
              <a:gd name="T24" fmla="*/ 286 w 396"/>
              <a:gd name="T25" fmla="*/ 116 h 397"/>
              <a:gd name="T26" fmla="*/ 252 w 396"/>
              <a:gd name="T27" fmla="*/ 116 h 397"/>
              <a:gd name="T28" fmla="*/ 252 w 396"/>
              <a:gd name="T29" fmla="*/ 310 h 397"/>
              <a:gd name="T30" fmla="*/ 144 w 396"/>
              <a:gd name="T31" fmla="*/ 310 h 397"/>
              <a:gd name="T32" fmla="*/ 144 w 396"/>
              <a:gd name="T33" fmla="*/ 116 h 397"/>
              <a:gd name="T34" fmla="*/ 111 w 396"/>
              <a:gd name="T35" fmla="*/ 116 h 397"/>
              <a:gd name="T36" fmla="*/ 87 w 396"/>
              <a:gd name="T37" fmla="*/ 139 h 397"/>
              <a:gd name="T38" fmla="*/ 87 w 396"/>
              <a:gd name="T39" fmla="*/ 310 h 397"/>
              <a:gd name="T40" fmla="*/ 144 w 396"/>
              <a:gd name="T41" fmla="*/ 310 h 397"/>
              <a:gd name="T42" fmla="*/ 363 w 396"/>
              <a:gd name="T43" fmla="*/ 199 h 397"/>
              <a:gd name="T44" fmla="*/ 198 w 396"/>
              <a:gd name="T45" fmla="*/ 365 h 397"/>
              <a:gd name="T46" fmla="*/ 33 w 396"/>
              <a:gd name="T47" fmla="*/ 199 h 397"/>
              <a:gd name="T48" fmla="*/ 198 w 396"/>
              <a:gd name="T49" fmla="*/ 32 h 397"/>
              <a:gd name="T50" fmla="*/ 363 w 396"/>
              <a:gd name="T51" fmla="*/ 199 h 397"/>
              <a:gd name="T52" fmla="*/ 396 w 396"/>
              <a:gd name="T53" fmla="*/ 199 h 397"/>
              <a:gd name="T54" fmla="*/ 198 w 396"/>
              <a:gd name="T55" fmla="*/ 0 h 397"/>
              <a:gd name="T56" fmla="*/ 0 w 396"/>
              <a:gd name="T57" fmla="*/ 199 h 397"/>
              <a:gd name="T58" fmla="*/ 198 w 396"/>
              <a:gd name="T59" fmla="*/ 397 h 397"/>
              <a:gd name="T60" fmla="*/ 396 w 396"/>
              <a:gd name="T61" fmla="*/ 199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96" h="397">
                <a:moveTo>
                  <a:pt x="227" y="310"/>
                </a:moveTo>
                <a:cubicBezTo>
                  <a:pt x="227" y="91"/>
                  <a:pt x="227" y="91"/>
                  <a:pt x="227" y="91"/>
                </a:cubicBezTo>
                <a:cubicBezTo>
                  <a:pt x="227" y="73"/>
                  <a:pt x="220" y="68"/>
                  <a:pt x="204" y="68"/>
                </a:cubicBezTo>
                <a:cubicBezTo>
                  <a:pt x="152" y="68"/>
                  <a:pt x="152" y="68"/>
                  <a:pt x="152" y="68"/>
                </a:cubicBezTo>
                <a:cubicBezTo>
                  <a:pt x="152" y="92"/>
                  <a:pt x="152" y="92"/>
                  <a:pt x="152" y="92"/>
                </a:cubicBezTo>
                <a:cubicBezTo>
                  <a:pt x="155" y="92"/>
                  <a:pt x="155" y="92"/>
                  <a:pt x="155" y="92"/>
                </a:cubicBezTo>
                <a:cubicBezTo>
                  <a:pt x="167" y="92"/>
                  <a:pt x="169" y="95"/>
                  <a:pt x="169" y="109"/>
                </a:cubicBezTo>
                <a:cubicBezTo>
                  <a:pt x="169" y="310"/>
                  <a:pt x="169" y="310"/>
                  <a:pt x="169" y="310"/>
                </a:cubicBezTo>
                <a:lnTo>
                  <a:pt x="227" y="310"/>
                </a:lnTo>
                <a:close/>
                <a:moveTo>
                  <a:pt x="252" y="310"/>
                </a:moveTo>
                <a:cubicBezTo>
                  <a:pt x="309" y="310"/>
                  <a:pt x="309" y="310"/>
                  <a:pt x="309" y="310"/>
                </a:cubicBezTo>
                <a:cubicBezTo>
                  <a:pt x="309" y="139"/>
                  <a:pt x="309" y="139"/>
                  <a:pt x="309" y="139"/>
                </a:cubicBezTo>
                <a:cubicBezTo>
                  <a:pt x="309" y="122"/>
                  <a:pt x="302" y="116"/>
                  <a:pt x="286" y="116"/>
                </a:cubicBezTo>
                <a:cubicBezTo>
                  <a:pt x="252" y="116"/>
                  <a:pt x="252" y="116"/>
                  <a:pt x="252" y="116"/>
                </a:cubicBezTo>
                <a:lnTo>
                  <a:pt x="252" y="310"/>
                </a:lnTo>
                <a:close/>
                <a:moveTo>
                  <a:pt x="144" y="310"/>
                </a:moveTo>
                <a:cubicBezTo>
                  <a:pt x="144" y="116"/>
                  <a:pt x="144" y="116"/>
                  <a:pt x="144" y="116"/>
                </a:cubicBezTo>
                <a:cubicBezTo>
                  <a:pt x="111" y="116"/>
                  <a:pt x="111" y="116"/>
                  <a:pt x="111" y="116"/>
                </a:cubicBezTo>
                <a:cubicBezTo>
                  <a:pt x="94" y="116"/>
                  <a:pt x="87" y="122"/>
                  <a:pt x="87" y="139"/>
                </a:cubicBezTo>
                <a:cubicBezTo>
                  <a:pt x="87" y="310"/>
                  <a:pt x="87" y="310"/>
                  <a:pt x="87" y="310"/>
                </a:cubicBezTo>
                <a:lnTo>
                  <a:pt x="144" y="310"/>
                </a:lnTo>
                <a:close/>
                <a:moveTo>
                  <a:pt x="363" y="199"/>
                </a:moveTo>
                <a:cubicBezTo>
                  <a:pt x="363" y="295"/>
                  <a:pt x="293" y="365"/>
                  <a:pt x="198" y="365"/>
                </a:cubicBezTo>
                <a:cubicBezTo>
                  <a:pt x="103" y="365"/>
                  <a:pt x="33" y="295"/>
                  <a:pt x="33" y="199"/>
                </a:cubicBezTo>
                <a:cubicBezTo>
                  <a:pt x="33" y="102"/>
                  <a:pt x="103" y="32"/>
                  <a:pt x="198" y="32"/>
                </a:cubicBezTo>
                <a:cubicBezTo>
                  <a:pt x="293" y="32"/>
                  <a:pt x="363" y="103"/>
                  <a:pt x="363" y="199"/>
                </a:cubicBezTo>
                <a:moveTo>
                  <a:pt x="396" y="199"/>
                </a:moveTo>
                <a:cubicBezTo>
                  <a:pt x="396" y="85"/>
                  <a:pt x="312" y="0"/>
                  <a:pt x="198" y="0"/>
                </a:cubicBezTo>
                <a:cubicBezTo>
                  <a:pt x="85" y="0"/>
                  <a:pt x="0" y="85"/>
                  <a:pt x="0" y="199"/>
                </a:cubicBezTo>
                <a:cubicBezTo>
                  <a:pt x="0" y="312"/>
                  <a:pt x="85" y="397"/>
                  <a:pt x="198" y="397"/>
                </a:cubicBezTo>
                <a:cubicBezTo>
                  <a:pt x="312" y="397"/>
                  <a:pt x="396" y="312"/>
                  <a:pt x="396" y="199"/>
                </a:cubicBezTo>
              </a:path>
            </a:pathLst>
          </a:custGeom>
          <a:solidFill>
            <a:srgbClr val="003781"/>
          </a:solidFill>
          <a:ln>
            <a:noFill/>
          </a:ln>
        </p:spPr>
        <p:txBody>
          <a:bodyPr vert="horz" wrap="square" lIns="128998" tIns="64500" rIns="128998" bIns="6450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GB" sz="1905" kern="0" dirty="0">
              <a:solidFill>
                <a:srgbClr val="0037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5457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hf hdr="0"/>
  <p:txStyles>
    <p:titleStyle>
      <a:lvl1pPr algn="l" defTabSz="967698" rtl="0" eaLnBrk="1" latinLnBrk="0" hangingPunct="1">
        <a:lnSpc>
          <a:spcPct val="80000"/>
        </a:lnSpc>
        <a:spcBef>
          <a:spcPct val="0"/>
        </a:spcBef>
        <a:buNone/>
        <a:defRPr sz="4974" kern="1200">
          <a:solidFill>
            <a:schemeClr val="bg1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698" rtl="0" eaLnBrk="1" latinLnBrk="0" hangingPunct="1">
        <a:lnSpc>
          <a:spcPct val="100000"/>
        </a:lnSpc>
        <a:spcBef>
          <a:spcPts val="0"/>
        </a:spcBef>
        <a:buFont typeface="+mj-lt"/>
        <a:buNone/>
        <a:defRPr sz="1905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6769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587" kern="1200">
          <a:solidFill>
            <a:schemeClr val="bg1"/>
          </a:solidFill>
          <a:latin typeface="+mn-lt"/>
          <a:ea typeface="+mn-ea"/>
          <a:cs typeface="+mn-cs"/>
        </a:defRPr>
      </a:lvl2pPr>
      <a:lvl3pPr marL="228591" indent="-228591" algn="l" defTabSz="967698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587" kern="1200">
          <a:solidFill>
            <a:schemeClr val="bg1"/>
          </a:solidFill>
          <a:latin typeface="+mn-lt"/>
          <a:ea typeface="+mn-ea"/>
          <a:cs typeface="+mn-cs"/>
        </a:defRPr>
      </a:lvl3pPr>
      <a:lvl4pPr marL="228591" indent="-228591" algn="l" defTabSz="967698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587" kern="1200">
          <a:solidFill>
            <a:schemeClr val="bg1"/>
          </a:solidFill>
          <a:latin typeface="+mn-lt"/>
          <a:ea typeface="+mn-ea"/>
          <a:cs typeface="+mn-cs"/>
        </a:defRPr>
      </a:lvl4pPr>
      <a:lvl5pPr marL="228591" indent="-228591" algn="l" defTabSz="967698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905" kern="1200">
          <a:solidFill>
            <a:schemeClr val="bg1"/>
          </a:solidFill>
          <a:latin typeface="+mn-lt"/>
          <a:ea typeface="+mn-ea"/>
          <a:cs typeface="+mn-cs"/>
        </a:defRPr>
      </a:lvl5pPr>
      <a:lvl6pPr marL="380984" indent="0" algn="l" defTabSz="967698" rtl="0" eaLnBrk="1" latinLnBrk="0" hangingPunct="1">
        <a:lnSpc>
          <a:spcPct val="90000"/>
        </a:lnSpc>
        <a:spcBef>
          <a:spcPts val="635"/>
        </a:spcBef>
        <a:buFont typeface="Arial" panose="020B0604020202020204" pitchFamily="34" charset="0"/>
        <a:buNone/>
        <a:defRPr sz="1905" kern="1200">
          <a:solidFill>
            <a:srgbClr val="FF0000"/>
          </a:solidFill>
          <a:latin typeface="+mn-lt"/>
          <a:ea typeface="+mn-ea"/>
          <a:cs typeface="+mn-cs"/>
        </a:defRPr>
      </a:lvl6pPr>
      <a:lvl7pPr marL="3145017" indent="-241924" algn="l" defTabSz="967698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866" indent="-241924" algn="l" defTabSz="967698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15" indent="-241924" algn="l" defTabSz="967698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49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698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46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395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44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094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41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790" algn="l" defTabSz="967698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5">
          <p15:clr>
            <a:srgbClr val="F26B43"/>
          </p15:clr>
        </p15:guide>
        <p15:guide id="2" pos="6826">
          <p15:clr>
            <a:srgbClr val="F26B43"/>
          </p15:clr>
        </p15:guide>
        <p15:guide id="3" orient="horz" pos="295">
          <p15:clr>
            <a:srgbClr val="F26B43"/>
          </p15:clr>
        </p15:guide>
        <p15:guide id="6" orient="horz" pos="3561">
          <p15:clr>
            <a:srgbClr val="F26B43"/>
          </p15:clr>
        </p15:guide>
        <p15:guide id="9" pos="1270">
          <p15:clr>
            <a:srgbClr val="F26B43"/>
          </p15:clr>
        </p15:guide>
        <p15:guide id="10" pos="1406">
          <p15:clr>
            <a:srgbClr val="F26B43"/>
          </p15:clr>
        </p15:guide>
        <p15:guide id="11" pos="2381">
          <p15:clr>
            <a:srgbClr val="F26B43"/>
          </p15:clr>
        </p15:guide>
        <p15:guide id="12" pos="2517">
          <p15:clr>
            <a:srgbClr val="F26B43"/>
          </p15:clr>
        </p15:guide>
        <p15:guide id="13" pos="3492">
          <p15:clr>
            <a:srgbClr val="F26B43"/>
          </p15:clr>
        </p15:guide>
        <p15:guide id="14" pos="3629">
          <p15:clr>
            <a:srgbClr val="F26B43"/>
          </p15:clr>
        </p15:guide>
        <p15:guide id="15" pos="4604">
          <p15:clr>
            <a:srgbClr val="F26B43"/>
          </p15:clr>
        </p15:guide>
        <p15:guide id="16" pos="4740">
          <p15:clr>
            <a:srgbClr val="F26B43"/>
          </p15:clr>
        </p15:guide>
        <p15:guide id="17" pos="5715">
          <p15:clr>
            <a:srgbClr val="F26B43"/>
          </p15:clr>
        </p15:guide>
        <p15:guide id="18" pos="5851">
          <p15:clr>
            <a:srgbClr val="F26B43"/>
          </p15:clr>
        </p15:guide>
        <p15:guide id="19" orient="horz" pos="726">
          <p15:clr>
            <a:srgbClr val="F26B43"/>
          </p15:clr>
        </p15:guide>
        <p15:guide id="20" orient="horz" pos="862">
          <p15:clr>
            <a:srgbClr val="F26B43"/>
          </p15:clr>
        </p15:guide>
        <p15:guide id="21" orient="horz" pos="1293">
          <p15:clr>
            <a:srgbClr val="F26B43"/>
          </p15:clr>
        </p15:guide>
        <p15:guide id="22" orient="horz" pos="142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1" y="1219722"/>
            <a:ext cx="10972295" cy="9525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612" y="2400805"/>
            <a:ext cx="10972294" cy="35818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 nicht verwenden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011674-EBDC-44CC-9043-F666555AC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-5400000">
            <a:off x="10153254" y="3943943"/>
            <a:ext cx="3581885" cy="495609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>
            <a:lvl1pPr algn="l">
              <a:defRPr sz="794">
                <a:solidFill>
                  <a:schemeClr val="bg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5611" y="495287"/>
            <a:ext cx="5371065" cy="2666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70" b="1" cap="all" spc="63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FEBF46-B211-4AF6-9DBD-FCB513815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6389" y="5982691"/>
            <a:ext cx="495610" cy="875309"/>
          </a:xfrm>
          <a:prstGeom prst="rect">
            <a:avLst/>
          </a:prstGeom>
        </p:spPr>
        <p:txBody>
          <a:bodyPr vert="horz" lIns="72000" tIns="0" rIns="0" bIns="0" rtlCol="0" anchor="ctr" anchorCtr="0">
            <a:noAutofit/>
          </a:bodyPr>
          <a:lstStyle>
            <a:lvl1pPr algn="l">
              <a:defRPr sz="794" b="1">
                <a:solidFill>
                  <a:schemeClr val="bg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c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D3A4AE2E-7E6F-445F-9FD8-04D059B3EAEF}"/>
              </a:ext>
            </a:extLst>
          </p:cNvPr>
          <p:cNvSpPr txBox="1"/>
          <p:nvPr userDrawn="1"/>
        </p:nvSpPr>
        <p:spPr>
          <a:xfrm>
            <a:off x="0" y="6242427"/>
            <a:ext cx="12192000" cy="544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F9A89-BAFC-D0E9-3A79-514F0443A16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7201" y="6629513"/>
            <a:ext cx="458650" cy="16280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58">
                <a:solidFill>
                  <a:srgbClr val="008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20085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</p:sldLayoutIdLst>
  <p:hf hdr="0"/>
  <p:txStyles>
    <p:titleStyle>
      <a:lvl1pPr algn="l" defTabSz="967710" rtl="0" eaLnBrk="1" latinLnBrk="0" hangingPunct="1">
        <a:lnSpc>
          <a:spcPct val="80000"/>
        </a:lnSpc>
        <a:spcBef>
          <a:spcPct val="0"/>
        </a:spcBef>
        <a:buNone/>
        <a:defRPr sz="4974" kern="1200">
          <a:solidFill>
            <a:schemeClr val="bg1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1905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587" kern="1200">
          <a:solidFill>
            <a:schemeClr val="bg1"/>
          </a:solidFill>
          <a:latin typeface="+mn-lt"/>
          <a:ea typeface="+mn-ea"/>
          <a:cs typeface="+mn-cs"/>
        </a:defRPr>
      </a:lvl2pPr>
      <a:lvl3pPr marL="228593" indent="-228593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587" kern="1200">
          <a:solidFill>
            <a:schemeClr val="bg1"/>
          </a:solidFill>
          <a:latin typeface="+mn-lt"/>
          <a:ea typeface="+mn-ea"/>
          <a:cs typeface="+mn-cs"/>
        </a:defRPr>
      </a:lvl3pPr>
      <a:lvl4pPr marL="228593" indent="-228593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587" kern="1200">
          <a:solidFill>
            <a:schemeClr val="bg1"/>
          </a:solidFill>
          <a:latin typeface="+mn-lt"/>
          <a:ea typeface="+mn-ea"/>
          <a:cs typeface="+mn-cs"/>
        </a:defRPr>
      </a:lvl4pPr>
      <a:lvl5pPr marL="228593" indent="-228593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905" kern="1200">
          <a:solidFill>
            <a:schemeClr val="bg1"/>
          </a:solidFill>
          <a:latin typeface="+mn-lt"/>
          <a:ea typeface="+mn-ea"/>
          <a:cs typeface="+mn-cs"/>
        </a:defRPr>
      </a:lvl5pPr>
      <a:lvl6pPr marL="380988" indent="0" algn="l" defTabSz="967710" rtl="0" eaLnBrk="1" latinLnBrk="0" hangingPunct="1">
        <a:lnSpc>
          <a:spcPct val="90000"/>
        </a:lnSpc>
        <a:spcBef>
          <a:spcPts val="635"/>
        </a:spcBef>
        <a:buFont typeface="Arial" panose="020B0604020202020204" pitchFamily="34" charset="0"/>
        <a:buNone/>
        <a:defRPr sz="1905" kern="1200">
          <a:solidFill>
            <a:srgbClr val="FF0000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5">
          <p15:clr>
            <a:srgbClr val="F26B43"/>
          </p15:clr>
        </p15:guide>
        <p15:guide id="2" pos="6826">
          <p15:clr>
            <a:srgbClr val="F26B43"/>
          </p15:clr>
        </p15:guide>
        <p15:guide id="3" orient="horz" pos="295">
          <p15:clr>
            <a:srgbClr val="F26B43"/>
          </p15:clr>
        </p15:guide>
        <p15:guide id="6" orient="horz" pos="3561">
          <p15:clr>
            <a:srgbClr val="F26B43"/>
          </p15:clr>
        </p15:guide>
        <p15:guide id="9" pos="1270">
          <p15:clr>
            <a:srgbClr val="F26B43"/>
          </p15:clr>
        </p15:guide>
        <p15:guide id="10" pos="1406">
          <p15:clr>
            <a:srgbClr val="F26B43"/>
          </p15:clr>
        </p15:guide>
        <p15:guide id="11" pos="2381">
          <p15:clr>
            <a:srgbClr val="F26B43"/>
          </p15:clr>
        </p15:guide>
        <p15:guide id="12" pos="2517">
          <p15:clr>
            <a:srgbClr val="F26B43"/>
          </p15:clr>
        </p15:guide>
        <p15:guide id="13" pos="3492">
          <p15:clr>
            <a:srgbClr val="F26B43"/>
          </p15:clr>
        </p15:guide>
        <p15:guide id="14" pos="3629">
          <p15:clr>
            <a:srgbClr val="F26B43"/>
          </p15:clr>
        </p15:guide>
        <p15:guide id="15" pos="4604">
          <p15:clr>
            <a:srgbClr val="F26B43"/>
          </p15:clr>
        </p15:guide>
        <p15:guide id="16" pos="4740">
          <p15:clr>
            <a:srgbClr val="F26B43"/>
          </p15:clr>
        </p15:guide>
        <p15:guide id="17" pos="5715">
          <p15:clr>
            <a:srgbClr val="F26B43"/>
          </p15:clr>
        </p15:guide>
        <p15:guide id="18" pos="5851">
          <p15:clr>
            <a:srgbClr val="F26B43"/>
          </p15:clr>
        </p15:guide>
        <p15:guide id="19" orient="horz" pos="726">
          <p15:clr>
            <a:srgbClr val="F26B43"/>
          </p15:clr>
        </p15:guide>
        <p15:guide id="20" orient="horz" pos="862">
          <p15:clr>
            <a:srgbClr val="F26B43"/>
          </p15:clr>
        </p15:guide>
        <p15:guide id="21" orient="horz" pos="1293">
          <p15:clr>
            <a:srgbClr val="F26B43"/>
          </p15:clr>
        </p15:guide>
        <p15:guide id="22" orient="horz" pos="142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11" y="1219722"/>
            <a:ext cx="10972295" cy="9525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611" y="2400805"/>
            <a:ext cx="10972295" cy="35818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 nicht verwenden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011674-EBDC-44CC-9043-F666555AC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-5400000">
            <a:off x="10153254" y="3943943"/>
            <a:ext cx="3581885" cy="495609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>
            <a:lvl1pPr algn="l">
              <a:defRPr sz="794">
                <a:solidFill>
                  <a:schemeClr val="tx1"/>
                </a:solidFill>
              </a:defRPr>
            </a:lvl1pPr>
          </a:lstStyle>
          <a:p>
            <a:r>
              <a:rPr lang="de-DE"/>
              <a:t>© Allianz 2021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5611" y="495287"/>
            <a:ext cx="5371065" cy="2666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70" b="1" cap="all" spc="63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FEBF46-B211-4AF6-9DBD-FCB513815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6389" y="5982691"/>
            <a:ext cx="495610" cy="875309"/>
          </a:xfrm>
          <a:prstGeom prst="rect">
            <a:avLst/>
          </a:prstGeom>
        </p:spPr>
        <p:txBody>
          <a:bodyPr vert="horz" lIns="72000" tIns="0" rIns="0" bIns="0" rtlCol="0" anchor="ctr" anchorCtr="0">
            <a:noAutofit/>
          </a:bodyPr>
          <a:lstStyle>
            <a:lvl1pPr algn="l">
              <a:defRPr sz="794" b="1"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c" descr="¯¯¯¯¯¯¯¯¯¯¯¯¯¯¯¯&#10;Şirket İçi / Internal&#10;________________">
            <a:extLst>
              <a:ext uri="{FF2B5EF4-FFF2-40B4-BE49-F238E27FC236}">
                <a16:creationId xmlns:a16="http://schemas.microsoft.com/office/drawing/2014/main" id="{96C80900-87AA-47FB-A197-6E1351B39D88}"/>
              </a:ext>
            </a:extLst>
          </p:cNvPr>
          <p:cNvSpPr txBox="1"/>
          <p:nvPr userDrawn="1"/>
        </p:nvSpPr>
        <p:spPr>
          <a:xfrm>
            <a:off x="0" y="6242427"/>
            <a:ext cx="12192000" cy="544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¯¯¯¯¯¯¯¯¯¯¯¯¯¯¯¯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Şirket İçi / Internal</a:t>
            </a:r>
          </a:p>
          <a:p>
            <a:pPr algn="ctr">
              <a:spcAft>
                <a:spcPts val="635"/>
              </a:spcAft>
            </a:pPr>
            <a:r>
              <a:rPr lang="tr-TR" sz="847" b="1" i="0" u="none" spc="106" baseline="0">
                <a:solidFill>
                  <a:srgbClr val="009900"/>
                </a:solidFill>
                <a:latin typeface="tahoma" panose="020B0604030504040204" pitchFamily="34" charset="0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422109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</p:sldLayoutIdLst>
  <p:hf hdr="0"/>
  <p:txStyles>
    <p:titleStyle>
      <a:lvl1pPr algn="l" defTabSz="967710" rtl="0" eaLnBrk="1" latinLnBrk="0" hangingPunct="1">
        <a:lnSpc>
          <a:spcPct val="80000"/>
        </a:lnSpc>
        <a:spcBef>
          <a:spcPct val="0"/>
        </a:spcBef>
        <a:buNone/>
        <a:defRPr sz="4974" kern="1200">
          <a:solidFill>
            <a:schemeClr val="tx1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67710" rtl="0" eaLnBrk="1" latinLnBrk="0" hangingPunct="1">
        <a:lnSpc>
          <a:spcPct val="100000"/>
        </a:lnSpc>
        <a:spcBef>
          <a:spcPts val="0"/>
        </a:spcBef>
        <a:buFont typeface="+mj-lt"/>
        <a:buNone/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587" kern="1200">
          <a:solidFill>
            <a:schemeClr val="tx1"/>
          </a:solidFill>
          <a:latin typeface="+mn-lt"/>
          <a:ea typeface="+mn-ea"/>
          <a:cs typeface="+mn-cs"/>
        </a:defRPr>
      </a:lvl2pPr>
      <a:lvl3pPr marL="228593" indent="-228593" algn="l" defTabSz="96771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587" kern="1200">
          <a:solidFill>
            <a:schemeClr val="tx1"/>
          </a:solidFill>
          <a:latin typeface="+mn-lt"/>
          <a:ea typeface="+mn-ea"/>
          <a:cs typeface="+mn-cs"/>
        </a:defRPr>
      </a:lvl3pPr>
      <a:lvl4pPr marL="228593" indent="-228593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587" kern="1200">
          <a:solidFill>
            <a:schemeClr val="tx1"/>
          </a:solidFill>
          <a:latin typeface="+mn-lt"/>
          <a:ea typeface="+mn-ea"/>
          <a:cs typeface="+mn-cs"/>
        </a:defRPr>
      </a:lvl4pPr>
      <a:lvl5pPr marL="228593" indent="-228593" algn="l" defTabSz="96771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380988" indent="0" algn="l" defTabSz="967710" rtl="0" eaLnBrk="1" latinLnBrk="0" hangingPunct="1">
        <a:lnSpc>
          <a:spcPct val="90000"/>
        </a:lnSpc>
        <a:spcBef>
          <a:spcPts val="635"/>
        </a:spcBef>
        <a:buFont typeface="Arial" panose="020B0604020202020204" pitchFamily="34" charset="0"/>
        <a:buNone/>
        <a:defRPr sz="1905" kern="1200">
          <a:solidFill>
            <a:srgbClr val="FF0000"/>
          </a:solidFill>
          <a:latin typeface="+mn-lt"/>
          <a:ea typeface="+mn-ea"/>
          <a:cs typeface="+mn-cs"/>
        </a:defRPr>
      </a:lvl6pPr>
      <a:lvl7pPr marL="3145056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8911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765" indent="-241927" algn="l" defTabSz="967710" rtl="0" eaLnBrk="1" latinLnBrk="0" hangingPunct="1">
        <a:lnSpc>
          <a:spcPct val="90000"/>
        </a:lnSpc>
        <a:spcBef>
          <a:spcPts val="529"/>
        </a:spcBef>
        <a:buFont typeface="Arial" panose="020B06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55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10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56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1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274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129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6983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838" algn="l" defTabSz="96771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5">
          <p15:clr>
            <a:srgbClr val="F26B43"/>
          </p15:clr>
        </p15:guide>
        <p15:guide id="2" pos="6826">
          <p15:clr>
            <a:srgbClr val="F26B43"/>
          </p15:clr>
        </p15:guide>
        <p15:guide id="3" orient="horz" pos="295">
          <p15:clr>
            <a:srgbClr val="F26B43"/>
          </p15:clr>
        </p15:guide>
        <p15:guide id="6" orient="horz" pos="3561">
          <p15:clr>
            <a:srgbClr val="F26B43"/>
          </p15:clr>
        </p15:guide>
        <p15:guide id="9" pos="1270">
          <p15:clr>
            <a:srgbClr val="F26B43"/>
          </p15:clr>
        </p15:guide>
        <p15:guide id="10" pos="1406">
          <p15:clr>
            <a:srgbClr val="F26B43"/>
          </p15:clr>
        </p15:guide>
        <p15:guide id="11" pos="2381">
          <p15:clr>
            <a:srgbClr val="F26B43"/>
          </p15:clr>
        </p15:guide>
        <p15:guide id="12" pos="2517">
          <p15:clr>
            <a:srgbClr val="F26B43"/>
          </p15:clr>
        </p15:guide>
        <p15:guide id="13" pos="3492">
          <p15:clr>
            <a:srgbClr val="F26B43"/>
          </p15:clr>
        </p15:guide>
        <p15:guide id="14" pos="3629">
          <p15:clr>
            <a:srgbClr val="F26B43"/>
          </p15:clr>
        </p15:guide>
        <p15:guide id="15" pos="4604">
          <p15:clr>
            <a:srgbClr val="F26B43"/>
          </p15:clr>
        </p15:guide>
        <p15:guide id="16" pos="4740">
          <p15:clr>
            <a:srgbClr val="F26B43"/>
          </p15:clr>
        </p15:guide>
        <p15:guide id="17" pos="5715">
          <p15:clr>
            <a:srgbClr val="F26B43"/>
          </p15:clr>
        </p15:guide>
        <p15:guide id="18" pos="5851">
          <p15:clr>
            <a:srgbClr val="F26B43"/>
          </p15:clr>
        </p15:guide>
        <p15:guide id="19" orient="horz" pos="726">
          <p15:clr>
            <a:srgbClr val="F26B43"/>
          </p15:clr>
        </p15:guide>
        <p15:guide id="20" orient="horz" pos="862">
          <p15:clr>
            <a:srgbClr val="F26B43"/>
          </p15:clr>
        </p15:guide>
        <p15:guide id="21" orient="horz" pos="1293">
          <p15:clr>
            <a:srgbClr val="F26B43"/>
          </p15:clr>
        </p15:guide>
        <p15:guide id="22" orient="horz" pos="14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6E0CF7-BA2F-4360-9439-D0E330DAE2B0}"/>
              </a:ext>
            </a:extLst>
          </p:cNvPr>
          <p:cNvSpPr/>
          <p:nvPr/>
        </p:nvSpPr>
        <p:spPr>
          <a:xfrm>
            <a:off x="5229126" y="6104673"/>
            <a:ext cx="1420475" cy="6959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905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AD26D70-5616-4C05-9FA2-2E5524608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6350" dirty="0"/>
              <a:t>Beyanname Projesi</a:t>
            </a:r>
            <a:endParaRPr lang="de-DE" sz="6350" dirty="0">
              <a:solidFill>
                <a:srgbClr val="13A0D3"/>
              </a:solidFill>
            </a:endParaRP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7288FB4-8D6E-4564-A0F7-0020F4D3B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423" y="6104673"/>
            <a:ext cx="1638032" cy="380984"/>
          </a:xfrm>
        </p:spPr>
        <p:txBody>
          <a:bodyPr/>
          <a:lstStyle/>
          <a:p>
            <a:r>
              <a:rPr lang="tr-TR" sz="1058" dirty="0"/>
              <a:t>31 </a:t>
            </a:r>
            <a:r>
              <a:rPr lang="tr-TR" sz="1058" dirty="0" err="1"/>
              <a:t>August</a:t>
            </a:r>
            <a:r>
              <a:rPr lang="en-US" sz="1058" dirty="0"/>
              <a:t>, 202</a:t>
            </a:r>
            <a:r>
              <a:rPr lang="tr-TR" sz="1058" dirty="0"/>
              <a:t>6</a:t>
            </a:r>
            <a:endParaRPr lang="de-DE" sz="1058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5C25FD-C78A-6D53-67C0-835097E763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Picture 4" descr="A group of people holding a puzzle piece&#10;&#10;AI-generated content may be incorrect.">
            <a:extLst>
              <a:ext uri="{FF2B5EF4-FFF2-40B4-BE49-F238E27FC236}">
                <a16:creationId xmlns:a16="http://schemas.microsoft.com/office/drawing/2014/main" id="{B937B205-BEBF-3A49-8F90-81C7A7D15D1A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0" b="9990"/>
          <a:stretch>
            <a:fillRect/>
          </a:stretch>
        </p:blipFill>
        <p:spPr>
          <a:xfrm>
            <a:off x="5980917" y="-14018"/>
            <a:ext cx="6211179" cy="6858001"/>
          </a:xfrm>
          <a:prstGeom prst="rect">
            <a:avLst/>
          </a:pr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261586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71B2-0422-E5D2-B595-08D267D11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7384F9E-26B7-685F-82B5-9418EBCCA4CD}"/>
              </a:ext>
            </a:extLst>
          </p:cNvPr>
          <p:cNvGrpSpPr/>
          <p:nvPr/>
        </p:nvGrpSpPr>
        <p:grpSpPr>
          <a:xfrm>
            <a:off x="3992043" y="1725253"/>
            <a:ext cx="1172351" cy="4786067"/>
            <a:chOff x="7329928" y="1949640"/>
            <a:chExt cx="396778" cy="1552915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CCD7693-D0AF-0795-5624-7524F7AD2678}"/>
                </a:ext>
              </a:extLst>
            </p:cNvPr>
            <p:cNvCxnSpPr>
              <a:cxnSpLocks/>
            </p:cNvCxnSpPr>
            <p:nvPr/>
          </p:nvCxnSpPr>
          <p:spPr>
            <a:xfrm>
              <a:off x="7528317" y="1949640"/>
              <a:ext cx="0" cy="1428936"/>
            </a:xfrm>
            <a:prstGeom prst="line">
              <a:avLst/>
            </a:prstGeom>
            <a:noFill/>
            <a:ln w="28575" cap="flat" cmpd="sng" algn="ctr">
              <a:solidFill>
                <a:srgbClr val="FDD25C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A3786CA2-378C-9556-E66B-029A30F263EB}"/>
                </a:ext>
              </a:extLst>
            </p:cNvPr>
            <p:cNvSpPr txBox="1"/>
            <p:nvPr/>
          </p:nvSpPr>
          <p:spPr>
            <a:xfrm>
              <a:off x="7329928" y="3393124"/>
              <a:ext cx="396778" cy="109431"/>
            </a:xfrm>
            <a:prstGeom prst="rect">
              <a:avLst/>
            </a:prstGeom>
          </p:spPr>
          <p:txBody>
            <a:bodyPr vert="horz" wrap="square" lIns="76168" tIns="76168" rIns="76168" bIns="76168" rtlCol="0">
              <a:spAutoFit/>
            </a:bodyPr>
            <a:lstStyle/>
            <a:p>
              <a:pPr algn="ctr" defTabSz="1289837">
                <a:defRPr/>
              </a:pPr>
              <a:r>
                <a:rPr lang="tr-TR" sz="1111" b="1" kern="0" dirty="0">
                  <a:solidFill>
                    <a:srgbClr val="ECB006"/>
                  </a:solidFill>
                  <a:latin typeface="Arial"/>
                </a:rPr>
                <a:t>Today</a:t>
              </a:r>
              <a:endParaRPr lang="en-US" sz="1111" b="1" kern="0" dirty="0">
                <a:solidFill>
                  <a:srgbClr val="ECB006"/>
                </a:solidFill>
                <a:latin typeface="Arial"/>
              </a:endParaRPr>
            </a:p>
          </p:txBody>
        </p:sp>
        <p:sp>
          <p:nvSpPr>
            <p:cNvPr id="132" name="Isosceles Triangle 131">
              <a:extLst>
                <a:ext uri="{FF2B5EF4-FFF2-40B4-BE49-F238E27FC236}">
                  <a16:creationId xmlns:a16="http://schemas.microsoft.com/office/drawing/2014/main" id="{61E7127E-8C24-481B-7D21-BC7C3303B24B}"/>
                </a:ext>
              </a:extLst>
            </p:cNvPr>
            <p:cNvSpPr/>
            <p:nvPr/>
          </p:nvSpPr>
          <p:spPr>
            <a:xfrm rot="10800000" flipV="1">
              <a:off x="7443241" y="3337154"/>
              <a:ext cx="170151" cy="65568"/>
            </a:xfrm>
            <a:prstGeom prst="triangle">
              <a:avLst/>
            </a:prstGeom>
            <a:solidFill>
              <a:srgbClr val="FBCF56"/>
            </a:solidFill>
            <a:ln w="19050">
              <a:noFill/>
            </a:ln>
          </p:spPr>
          <p:txBody>
            <a:bodyPr rot="0" spcFirstLastPara="0" vertOverflow="overflow" horzOverflow="overflow" vert="horz" wrap="square" lIns="114225" tIns="114225" rIns="114225" bIns="114225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89837">
                <a:spcBef>
                  <a:spcPts val="106"/>
                </a:spcBef>
                <a:spcAft>
                  <a:spcPts val="106"/>
                </a:spcAft>
                <a:defRPr/>
              </a:pPr>
              <a:endParaRPr lang="tr-TR" sz="1481" kern="0" dirty="0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DAA208A-A195-A489-4C95-3E8BA7728507}"/>
              </a:ext>
            </a:extLst>
          </p:cNvPr>
          <p:cNvCxnSpPr>
            <a:cxnSpLocks/>
          </p:cNvCxnSpPr>
          <p:nvPr/>
        </p:nvCxnSpPr>
        <p:spPr>
          <a:xfrm>
            <a:off x="5615366" y="1352854"/>
            <a:ext cx="0" cy="4512879"/>
          </a:xfrm>
          <a:prstGeom prst="line">
            <a:avLst/>
          </a:prstGeom>
          <a:ln w="28575" cap="flat" cmpd="sng" algn="ctr">
            <a:solidFill>
              <a:srgbClr val="B5DAE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0F84B3C-FB25-4E5E-B0E6-5A6E203D4489}"/>
              </a:ext>
            </a:extLst>
          </p:cNvPr>
          <p:cNvCxnSpPr>
            <a:cxnSpLocks/>
          </p:cNvCxnSpPr>
          <p:nvPr/>
        </p:nvCxnSpPr>
        <p:spPr>
          <a:xfrm>
            <a:off x="2562289" y="1392276"/>
            <a:ext cx="67241" cy="4568357"/>
          </a:xfrm>
          <a:prstGeom prst="line">
            <a:avLst/>
          </a:prstGeom>
          <a:ln w="28575" cap="flat" cmpd="sng" algn="ctr">
            <a:solidFill>
              <a:srgbClr val="B5DAE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6BACF9-2D35-5C21-3DA9-E07A7FC0A9D4}"/>
              </a:ext>
            </a:extLst>
          </p:cNvPr>
          <p:cNvCxnSpPr>
            <a:cxnSpLocks/>
          </p:cNvCxnSpPr>
          <p:nvPr/>
        </p:nvCxnSpPr>
        <p:spPr>
          <a:xfrm>
            <a:off x="8758331" y="1352854"/>
            <a:ext cx="0" cy="4540618"/>
          </a:xfrm>
          <a:prstGeom prst="line">
            <a:avLst/>
          </a:prstGeom>
          <a:ln w="28575" cap="flat" cmpd="sng" algn="ctr">
            <a:solidFill>
              <a:srgbClr val="B5DAE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FAB755F-E211-05BB-997C-1E1B2C961EBB}"/>
              </a:ext>
            </a:extLst>
          </p:cNvPr>
          <p:cNvSpPr/>
          <p:nvPr/>
        </p:nvSpPr>
        <p:spPr>
          <a:xfrm>
            <a:off x="5148079" y="6052902"/>
            <a:ext cx="1901886" cy="805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>
              <a:defRPr/>
            </a:pPr>
            <a:endParaRPr lang="tr-TR" sz="1701">
              <a:solidFill>
                <a:srgbClr val="FFFFFF"/>
              </a:solidFill>
              <a:latin typeface="Allianz Neo PPT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0C137F5-DB0D-CD7D-EF84-AD7D9BE5F8B0}"/>
              </a:ext>
            </a:extLst>
          </p:cNvPr>
          <p:cNvSpPr/>
          <p:nvPr/>
        </p:nvSpPr>
        <p:spPr>
          <a:xfrm>
            <a:off x="964260" y="6051643"/>
            <a:ext cx="2242626" cy="6858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89"/>
            <a:endParaRPr lang="tr-TR">
              <a:solidFill>
                <a:srgbClr val="FFFFFF"/>
              </a:solidFill>
              <a:latin typeface="Allianz Neo PPT"/>
            </a:endParaRPr>
          </a:p>
        </p:txBody>
      </p:sp>
      <p:sp>
        <p:nvSpPr>
          <p:cNvPr id="22" name="Titel 4">
            <a:extLst>
              <a:ext uri="{FF2B5EF4-FFF2-40B4-BE49-F238E27FC236}">
                <a16:creationId xmlns:a16="http://schemas.microsoft.com/office/drawing/2014/main" id="{4070A935-1300-D469-F826-1A279809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21" y="240951"/>
            <a:ext cx="7872303" cy="479665"/>
          </a:xfrm>
        </p:spPr>
        <p:txBody>
          <a:bodyPr/>
          <a:lstStyle/>
          <a:p>
            <a:r>
              <a:rPr lang="tr-TR" sz="4000" dirty="0"/>
              <a:t>Beyanname</a:t>
            </a:r>
            <a:r>
              <a:rPr lang="de-DE" sz="4000" dirty="0">
                <a:solidFill>
                  <a:srgbClr val="13A0D3"/>
                </a:solidFill>
              </a:rPr>
              <a:t> </a:t>
            </a:r>
            <a:r>
              <a:rPr lang="tr-TR" sz="4000" dirty="0" err="1">
                <a:solidFill>
                  <a:srgbClr val="13A0D3"/>
                </a:solidFill>
              </a:rPr>
              <a:t>Roadmap</a:t>
            </a:r>
            <a:endParaRPr lang="de-DE" sz="4000" dirty="0">
              <a:solidFill>
                <a:srgbClr val="13A0D3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B5D212A-14C3-B96D-C8A4-25E5FFD744C2}"/>
              </a:ext>
            </a:extLst>
          </p:cNvPr>
          <p:cNvSpPr/>
          <p:nvPr/>
        </p:nvSpPr>
        <p:spPr>
          <a:xfrm>
            <a:off x="9608290" y="141764"/>
            <a:ext cx="152394" cy="15239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875403-F402-0A4F-9745-EC8456D2F262}"/>
              </a:ext>
            </a:extLst>
          </p:cNvPr>
          <p:cNvSpPr txBox="1"/>
          <p:nvPr/>
        </p:nvSpPr>
        <p:spPr>
          <a:xfrm>
            <a:off x="9704421" y="89232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Done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2E124B5-639C-5334-9839-6D64AC7F8DFF}"/>
              </a:ext>
            </a:extLst>
          </p:cNvPr>
          <p:cNvSpPr/>
          <p:nvPr/>
        </p:nvSpPr>
        <p:spPr>
          <a:xfrm>
            <a:off x="9608290" y="389868"/>
            <a:ext cx="152394" cy="15239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241F6D-6049-E93A-F2E0-A8437ACD0A21}"/>
              </a:ext>
            </a:extLst>
          </p:cNvPr>
          <p:cNvSpPr txBox="1"/>
          <p:nvPr/>
        </p:nvSpPr>
        <p:spPr>
          <a:xfrm>
            <a:off x="9704421" y="345929"/>
            <a:ext cx="9332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In</a:t>
            </a: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Progress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3A78EBF-4458-48F6-D26A-743FF337A040}"/>
              </a:ext>
            </a:extLst>
          </p:cNvPr>
          <p:cNvSpPr/>
          <p:nvPr/>
        </p:nvSpPr>
        <p:spPr>
          <a:xfrm>
            <a:off x="10695016" y="134693"/>
            <a:ext cx="152394" cy="152394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FAFEA-96A8-F311-4A23-4CA8D748295F}"/>
              </a:ext>
            </a:extLst>
          </p:cNvPr>
          <p:cNvSpPr txBox="1"/>
          <p:nvPr/>
        </p:nvSpPr>
        <p:spPr>
          <a:xfrm>
            <a:off x="10777673" y="351915"/>
            <a:ext cx="12312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To be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Planned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76A8337-E43F-5F4A-607E-F5299EA485FD}"/>
              </a:ext>
            </a:extLst>
          </p:cNvPr>
          <p:cNvSpPr/>
          <p:nvPr/>
        </p:nvSpPr>
        <p:spPr>
          <a:xfrm>
            <a:off x="10777673" y="34481"/>
            <a:ext cx="1045129" cy="346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389"/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Not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Started</a:t>
            </a:r>
            <a:endParaRPr lang="tr-TR" sz="1100" dirty="0">
              <a:solidFill>
                <a:srgbClr val="44546A">
                  <a:lumMod val="75000"/>
                </a:srgbClr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" name="Pentagon 205">
            <a:extLst>
              <a:ext uri="{FF2B5EF4-FFF2-40B4-BE49-F238E27FC236}">
                <a16:creationId xmlns:a16="http://schemas.microsoft.com/office/drawing/2014/main" id="{7F19B76F-30AE-3466-4DCF-0E9F4D9967ED}"/>
              </a:ext>
            </a:extLst>
          </p:cNvPr>
          <p:cNvSpPr/>
          <p:nvPr/>
        </p:nvSpPr>
        <p:spPr>
          <a:xfrm>
            <a:off x="428874" y="1829217"/>
            <a:ext cx="4568355" cy="76045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r>
              <a:rPr lang="tr-TR" sz="12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Düzenlenmiş YSV Datasının </a:t>
            </a:r>
            <a:r>
              <a:rPr lang="tr-TR" sz="1200" dirty="0" err="1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SBM'ye</a:t>
            </a:r>
            <a:r>
              <a:rPr lang="tr-TR" sz="12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gönderilmesi</a:t>
            </a:r>
          </a:p>
        </p:txBody>
      </p:sp>
      <p:sp>
        <p:nvSpPr>
          <p:cNvPr id="8" name="Pentagon 205">
            <a:extLst>
              <a:ext uri="{FF2B5EF4-FFF2-40B4-BE49-F238E27FC236}">
                <a16:creationId xmlns:a16="http://schemas.microsoft.com/office/drawing/2014/main" id="{951D91B6-3242-3D13-BA21-6923BDB9A476}"/>
              </a:ext>
            </a:extLst>
          </p:cNvPr>
          <p:cNvSpPr/>
          <p:nvPr/>
        </p:nvSpPr>
        <p:spPr>
          <a:xfrm>
            <a:off x="8825575" y="5037438"/>
            <a:ext cx="1277440" cy="580699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/>
            <a:r>
              <a:rPr lang="tr-TR" sz="12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Ödeme ve Fiş Kesimi </a:t>
            </a:r>
            <a:endParaRPr lang="en-US" sz="1200" dirty="0">
              <a:solidFill>
                <a:schemeClr val="tx1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41" name="Pentagon 205">
            <a:extLst>
              <a:ext uri="{FF2B5EF4-FFF2-40B4-BE49-F238E27FC236}">
                <a16:creationId xmlns:a16="http://schemas.microsoft.com/office/drawing/2014/main" id="{C5EE6C90-5D52-EA1E-86DE-AE158BEC0ADB}"/>
              </a:ext>
            </a:extLst>
          </p:cNvPr>
          <p:cNvSpPr/>
          <p:nvPr/>
        </p:nvSpPr>
        <p:spPr>
          <a:xfrm>
            <a:off x="4886890" y="2658277"/>
            <a:ext cx="1762067" cy="102585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r>
              <a:rPr lang="tr-TR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Ham Excel’in</a:t>
            </a:r>
            <a:r>
              <a:rPr lang="en-US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Beyanname</a:t>
            </a:r>
            <a:r>
              <a:rPr lang="en-US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ve</a:t>
            </a:r>
            <a:r>
              <a:rPr lang="tr-TR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SBM Formatına Dönüştürülmesi</a:t>
            </a:r>
          </a:p>
        </p:txBody>
      </p:sp>
      <p:sp>
        <p:nvSpPr>
          <p:cNvPr id="42" name="Pentagon 205">
            <a:extLst>
              <a:ext uri="{FF2B5EF4-FFF2-40B4-BE49-F238E27FC236}">
                <a16:creationId xmlns:a16="http://schemas.microsoft.com/office/drawing/2014/main" id="{D198E83B-61AF-E41C-F115-0499E69C1F3D}"/>
              </a:ext>
            </a:extLst>
          </p:cNvPr>
          <p:cNvSpPr/>
          <p:nvPr/>
        </p:nvSpPr>
        <p:spPr>
          <a:xfrm>
            <a:off x="6532721" y="3849748"/>
            <a:ext cx="1325881" cy="64191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r>
              <a:rPr lang="en-US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 </a:t>
            </a:r>
            <a:r>
              <a:rPr lang="tr-TR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Beyanname </a:t>
            </a:r>
            <a:r>
              <a:rPr lang="en-US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  </a:t>
            </a:r>
            <a:r>
              <a:rPr lang="tr-TR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Şablonunun </a:t>
            </a:r>
            <a:r>
              <a:rPr lang="en-US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      </a:t>
            </a:r>
            <a:r>
              <a:rPr lang="tr-TR" sz="10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Oluşturulması</a:t>
            </a:r>
          </a:p>
        </p:txBody>
      </p:sp>
      <p:sp>
        <p:nvSpPr>
          <p:cNvPr id="44" name="Pentagon 205">
            <a:extLst>
              <a:ext uri="{FF2B5EF4-FFF2-40B4-BE49-F238E27FC236}">
                <a16:creationId xmlns:a16="http://schemas.microsoft.com/office/drawing/2014/main" id="{37CEA31C-C1C8-3F9B-AEE9-05B25E84F9B3}"/>
              </a:ext>
            </a:extLst>
          </p:cNvPr>
          <p:cNvSpPr/>
          <p:nvPr/>
        </p:nvSpPr>
        <p:spPr>
          <a:xfrm>
            <a:off x="7841820" y="4403644"/>
            <a:ext cx="1515936" cy="5806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/>
            <a:r>
              <a:rPr lang="tr-TR" sz="11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KEP &amp; E-posta &amp; Posta Gönderimleri</a:t>
            </a:r>
            <a:endParaRPr lang="en-US" sz="1100" dirty="0">
              <a:solidFill>
                <a:schemeClr val="tx1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B8E289-9D09-60B8-93FC-B7775C34E543}"/>
              </a:ext>
            </a:extLst>
          </p:cNvPr>
          <p:cNvSpPr/>
          <p:nvPr/>
        </p:nvSpPr>
        <p:spPr>
          <a:xfrm>
            <a:off x="10701476" y="399505"/>
            <a:ext cx="152394" cy="152394"/>
          </a:xfrm>
          <a:prstGeom prst="ellipse">
            <a:avLst/>
          </a:prstGeom>
          <a:solidFill>
            <a:srgbClr val="FAB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601B0C-A290-1B02-21DE-68D1BC3069BD}"/>
              </a:ext>
            </a:extLst>
          </p:cNvPr>
          <p:cNvCxnSpPr>
            <a:cxnSpLocks/>
          </p:cNvCxnSpPr>
          <p:nvPr/>
        </p:nvCxnSpPr>
        <p:spPr>
          <a:xfrm>
            <a:off x="403313" y="1298795"/>
            <a:ext cx="11556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entagon 205">
            <a:extLst>
              <a:ext uri="{FF2B5EF4-FFF2-40B4-BE49-F238E27FC236}">
                <a16:creationId xmlns:a16="http://schemas.microsoft.com/office/drawing/2014/main" id="{B00572EC-1BC0-8D15-B9A1-3B8DF0631B2C}"/>
              </a:ext>
            </a:extLst>
          </p:cNvPr>
          <p:cNvSpPr/>
          <p:nvPr/>
        </p:nvSpPr>
        <p:spPr>
          <a:xfrm>
            <a:off x="9914855" y="5661429"/>
            <a:ext cx="1428287" cy="5806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/>
            <a:r>
              <a:rPr lang="en-US" sz="1200" dirty="0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  UI </a:t>
            </a:r>
            <a:r>
              <a:rPr lang="en-US" sz="1200" dirty="0" err="1">
                <a:solidFill>
                  <a:schemeClr val="tx1"/>
                </a:solidFill>
                <a:latin typeface="Arial" panose="020B0604020202020204"/>
                <a:cs typeface="Arial" panose="020B0604020202020204" pitchFamily="34" charset="0"/>
              </a:rPr>
              <a:t>Geliştirmeleri</a:t>
            </a:r>
            <a:endParaRPr lang="en-US" sz="1200" dirty="0">
              <a:solidFill>
                <a:schemeClr val="tx1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DF4125-6730-8DBF-FA8E-E7C1ED1C8FAB}"/>
              </a:ext>
            </a:extLst>
          </p:cNvPr>
          <p:cNvSpPr txBox="1"/>
          <p:nvPr/>
        </p:nvSpPr>
        <p:spPr>
          <a:xfrm>
            <a:off x="1234982" y="1013377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202</a:t>
            </a:r>
            <a:r>
              <a:rPr lang="tr-TR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6</a:t>
            </a: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 Q</a:t>
            </a:r>
            <a:r>
              <a:rPr lang="tr-TR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2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4D026E-B658-07EF-FA94-00EE4F3CA29B}"/>
              </a:ext>
            </a:extLst>
          </p:cNvPr>
          <p:cNvSpPr txBox="1"/>
          <p:nvPr/>
        </p:nvSpPr>
        <p:spPr>
          <a:xfrm>
            <a:off x="533017" y="1401882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tr-TR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April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9F288A-58F6-027C-AFF3-A49D502B84C4}"/>
              </a:ext>
            </a:extLst>
          </p:cNvPr>
          <p:cNvSpPr txBox="1"/>
          <p:nvPr/>
        </p:nvSpPr>
        <p:spPr>
          <a:xfrm>
            <a:off x="1020541" y="1406997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tr-TR" dirty="0"/>
              <a:t>May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EA591D-491B-35E7-ADB8-429963095633}"/>
              </a:ext>
            </a:extLst>
          </p:cNvPr>
          <p:cNvSpPr txBox="1"/>
          <p:nvPr/>
        </p:nvSpPr>
        <p:spPr>
          <a:xfrm>
            <a:off x="1559002" y="1406997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tr-TR" dirty="0" err="1"/>
              <a:t>June</a:t>
            </a:r>
            <a:endParaRPr lang="tr-TR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0AF077-C837-275C-5FFA-19B8EDDD5091}"/>
              </a:ext>
            </a:extLst>
          </p:cNvPr>
          <p:cNvSpPr txBox="1"/>
          <p:nvPr/>
        </p:nvSpPr>
        <p:spPr>
          <a:xfrm>
            <a:off x="3520375" y="1003771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202</a:t>
            </a:r>
            <a:r>
              <a:rPr lang="tr-TR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6</a:t>
            </a: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 Q</a:t>
            </a:r>
            <a:r>
              <a:rPr lang="tr-TR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3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D3A323-6D68-CDBF-B841-D426EC26B6A5}"/>
              </a:ext>
            </a:extLst>
          </p:cNvPr>
          <p:cNvSpPr txBox="1"/>
          <p:nvPr/>
        </p:nvSpPr>
        <p:spPr>
          <a:xfrm>
            <a:off x="2640281" y="1416026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tr-TR" sz="1100" b="1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July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A4EB0D-154E-F458-BB0F-07B23A264839}"/>
              </a:ext>
            </a:extLst>
          </p:cNvPr>
          <p:cNvSpPr txBox="1"/>
          <p:nvPr/>
        </p:nvSpPr>
        <p:spPr>
          <a:xfrm>
            <a:off x="3556001" y="1399371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tr-TR" dirty="0" err="1"/>
              <a:t>August</a:t>
            </a:r>
            <a:endParaRPr lang="tr-TR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087349-AED3-9E99-55F4-483EEC55F54F}"/>
              </a:ext>
            </a:extLst>
          </p:cNvPr>
          <p:cNvSpPr txBox="1"/>
          <p:nvPr/>
        </p:nvSpPr>
        <p:spPr>
          <a:xfrm>
            <a:off x="4577354" y="1399370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tr-TR" dirty="0" err="1"/>
              <a:t>Sept</a:t>
            </a:r>
            <a:endParaRPr lang="tr-TR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B1567F4-78F5-B598-B94F-88423587539B}"/>
              </a:ext>
            </a:extLst>
          </p:cNvPr>
          <p:cNvSpPr txBox="1"/>
          <p:nvPr/>
        </p:nvSpPr>
        <p:spPr>
          <a:xfrm>
            <a:off x="6362448" y="1032336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202</a:t>
            </a:r>
            <a:r>
              <a:rPr lang="tr-TR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6</a:t>
            </a: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 Q</a:t>
            </a:r>
            <a:r>
              <a:rPr lang="tr-TR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4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D7C7B5-A0B9-1E33-C200-DF42A831AECC}"/>
              </a:ext>
            </a:extLst>
          </p:cNvPr>
          <p:cNvSpPr txBox="1"/>
          <p:nvPr/>
        </p:nvSpPr>
        <p:spPr>
          <a:xfrm>
            <a:off x="5863965" y="1418956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tr-TR" sz="1100" b="1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Oct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059C777-1658-C6E5-E6E3-D7CF89125E15}"/>
              </a:ext>
            </a:extLst>
          </p:cNvPr>
          <p:cNvSpPr txBox="1"/>
          <p:nvPr/>
        </p:nvSpPr>
        <p:spPr>
          <a:xfrm>
            <a:off x="6766213" y="1427936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tr-TR" dirty="0" err="1"/>
              <a:t>Nov</a:t>
            </a:r>
            <a:endParaRPr lang="tr-TR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341331F-66D8-DBAD-DE1D-6F09E003BB4B}"/>
              </a:ext>
            </a:extLst>
          </p:cNvPr>
          <p:cNvSpPr txBox="1"/>
          <p:nvPr/>
        </p:nvSpPr>
        <p:spPr>
          <a:xfrm>
            <a:off x="7668809" y="1427935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tr-TR" dirty="0" err="1"/>
              <a:t>Dec</a:t>
            </a:r>
            <a:endParaRPr lang="tr-TR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F65E1C2-E97C-D73B-B5C0-D2140C2CE9BF}"/>
              </a:ext>
            </a:extLst>
          </p:cNvPr>
          <p:cNvSpPr/>
          <p:nvPr/>
        </p:nvSpPr>
        <p:spPr>
          <a:xfrm>
            <a:off x="10004308" y="5970078"/>
            <a:ext cx="152394" cy="152394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6CDDC42-7862-5E51-C026-2858F708F783}"/>
              </a:ext>
            </a:extLst>
          </p:cNvPr>
          <p:cNvSpPr/>
          <p:nvPr/>
        </p:nvSpPr>
        <p:spPr>
          <a:xfrm>
            <a:off x="8905973" y="5262797"/>
            <a:ext cx="152394" cy="152394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BCCFDF3-A4BE-9B5C-4A98-1B9B7B74F7D4}"/>
              </a:ext>
            </a:extLst>
          </p:cNvPr>
          <p:cNvSpPr/>
          <p:nvPr/>
        </p:nvSpPr>
        <p:spPr>
          <a:xfrm>
            <a:off x="7870478" y="4598215"/>
            <a:ext cx="152394" cy="152394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DFE4BF-7BC8-FEF7-51B2-5F6E8F084BB0}"/>
              </a:ext>
            </a:extLst>
          </p:cNvPr>
          <p:cNvSpPr/>
          <p:nvPr/>
        </p:nvSpPr>
        <p:spPr>
          <a:xfrm>
            <a:off x="4967778" y="3083087"/>
            <a:ext cx="152394" cy="152394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EC4BA7A-7D5C-A3D5-C4BF-F1B19C1AF64D}"/>
              </a:ext>
            </a:extLst>
          </p:cNvPr>
          <p:cNvSpPr/>
          <p:nvPr/>
        </p:nvSpPr>
        <p:spPr>
          <a:xfrm>
            <a:off x="619364" y="2114695"/>
            <a:ext cx="171840" cy="169504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687E98-D6F6-E6A4-BB61-A9CB627A4C56}"/>
              </a:ext>
            </a:extLst>
          </p:cNvPr>
          <p:cNvSpPr/>
          <p:nvPr/>
        </p:nvSpPr>
        <p:spPr>
          <a:xfrm flipH="1" flipV="1">
            <a:off x="6602675" y="4063005"/>
            <a:ext cx="211039" cy="204137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D54C3D-B4D5-1D74-876B-175256DAE40F}"/>
              </a:ext>
            </a:extLst>
          </p:cNvPr>
          <p:cNvSpPr txBox="1"/>
          <p:nvPr/>
        </p:nvSpPr>
        <p:spPr>
          <a:xfrm>
            <a:off x="10113075" y="1030357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2027 Q1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86CA31-E677-BA9A-04F6-71B91DFA642C}"/>
              </a:ext>
            </a:extLst>
          </p:cNvPr>
          <p:cNvSpPr txBox="1"/>
          <p:nvPr/>
        </p:nvSpPr>
        <p:spPr>
          <a:xfrm>
            <a:off x="9105017" y="1399903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531">
              <a:defRPr/>
            </a:pPr>
            <a:r>
              <a:rPr lang="en-US" sz="1100" b="1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January</a:t>
            </a:r>
            <a:endParaRPr lang="tr-TR" sz="1100" b="1" dirty="0">
              <a:solidFill>
                <a:srgbClr val="00B05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93519-ED53-A8F4-E389-DCB9BD8C6C0D}"/>
              </a:ext>
            </a:extLst>
          </p:cNvPr>
          <p:cNvSpPr txBox="1"/>
          <p:nvPr/>
        </p:nvSpPr>
        <p:spPr>
          <a:xfrm>
            <a:off x="10008862" y="1406998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en-US" dirty="0"/>
              <a:t>Feb</a:t>
            </a:r>
            <a:endParaRPr lang="tr-T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B4D22-70C0-DF88-EECB-987FB2CE4DAF}"/>
              </a:ext>
            </a:extLst>
          </p:cNvPr>
          <p:cNvSpPr txBox="1"/>
          <p:nvPr/>
        </p:nvSpPr>
        <p:spPr>
          <a:xfrm>
            <a:off x="10899586" y="1406997"/>
            <a:ext cx="8829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algn="ctr" defTabSz="1218531">
              <a:defRPr sz="1100" b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defRPr>
            </a:lvl1pPr>
          </a:lstStyle>
          <a:p>
            <a:r>
              <a:rPr lang="en-US" dirty="0"/>
              <a:t>March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9970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65F1-7B0F-8634-3AE0-B441291B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DF741B56-4A35-C4E7-C730-5FAAC50F96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774" y="1786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0" imgH="605" progId="TCLayout.ActiveDocument.1">
                  <p:embed/>
                </p:oleObj>
              </mc:Choice>
              <mc:Fallback>
                <p:oleObj name="think-cell Slide" r:id="rId4" imgW="590" imgH="6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28E194-E006-AC01-4541-B64049B4C8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4" y="1786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D91EEC3-43AC-8EDA-23CF-64E614652CE3}"/>
              </a:ext>
            </a:extLst>
          </p:cNvPr>
          <p:cNvSpPr/>
          <p:nvPr/>
        </p:nvSpPr>
        <p:spPr>
          <a:xfrm>
            <a:off x="5148079" y="6052902"/>
            <a:ext cx="1901886" cy="805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>
              <a:defRPr/>
            </a:pPr>
            <a:endParaRPr lang="tr-TR" sz="1701">
              <a:solidFill>
                <a:srgbClr val="FFFFFF"/>
              </a:solidFill>
              <a:latin typeface="Allianz Neo PPT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F96CC3B0-6A10-0A02-808D-DF37DF1DAF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654588"/>
              </p:ext>
            </p:extLst>
          </p:nvPr>
        </p:nvGraphicFramePr>
        <p:xfrm>
          <a:off x="229175" y="1266295"/>
          <a:ext cx="11809566" cy="5124819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757272">
                  <a:extLst>
                    <a:ext uri="{9D8B030D-6E8A-4147-A177-3AD203B41FA5}">
                      <a16:colId xmlns:a16="http://schemas.microsoft.com/office/drawing/2014/main" val="3466815723"/>
                    </a:ext>
                  </a:extLst>
                </a:gridCol>
                <a:gridCol w="936129">
                  <a:extLst>
                    <a:ext uri="{9D8B030D-6E8A-4147-A177-3AD203B41FA5}">
                      <a16:colId xmlns:a16="http://schemas.microsoft.com/office/drawing/2014/main" val="1431846820"/>
                    </a:ext>
                  </a:extLst>
                </a:gridCol>
                <a:gridCol w="1057190">
                  <a:extLst>
                    <a:ext uri="{9D8B030D-6E8A-4147-A177-3AD203B41FA5}">
                      <a16:colId xmlns:a16="http://schemas.microsoft.com/office/drawing/2014/main" val="892514135"/>
                    </a:ext>
                  </a:extLst>
                </a:gridCol>
                <a:gridCol w="4241872">
                  <a:extLst>
                    <a:ext uri="{9D8B030D-6E8A-4147-A177-3AD203B41FA5}">
                      <a16:colId xmlns:a16="http://schemas.microsoft.com/office/drawing/2014/main" val="1080166155"/>
                    </a:ext>
                  </a:extLst>
                </a:gridCol>
                <a:gridCol w="2817103">
                  <a:extLst>
                    <a:ext uri="{9D8B030D-6E8A-4147-A177-3AD203B41FA5}">
                      <a16:colId xmlns:a16="http://schemas.microsoft.com/office/drawing/2014/main" val="3823817505"/>
                    </a:ext>
                  </a:extLst>
                </a:gridCol>
              </a:tblGrid>
              <a:tr h="446361">
                <a:tc>
                  <a:txBody>
                    <a:bodyPr/>
                    <a:lstStyle/>
                    <a:p>
                      <a:pPr marL="88900" indent="0" algn="ctr" defTabSz="914389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Major Milestones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 algn="ctr" defTabSz="914400" rtl="0" eaLnBrk="1" latinLnBrk="0" hangingPunct="1"/>
                      <a:r>
                        <a:rPr lang="tr-TR" sz="1400" b="0" kern="1200" dirty="0" err="1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Status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5725" algn="ctr" defTabSz="914400" rtl="0" eaLnBrk="1" latinLnBrk="0" hangingPunct="1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Prg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.(%)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5725" algn="ctr" defTabSz="914400" rtl="0" eaLnBrk="1" latinLnBrk="0" hangingPunct="1"/>
                      <a:r>
                        <a:rPr lang="tr-TR" sz="1400" b="0" kern="1200" dirty="0" err="1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Story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5725" algn="ctr" defTabSz="914400" rtl="0" eaLnBrk="1" latinLnBrk="0" hangingPunct="1"/>
                      <a:r>
                        <a:rPr lang="tr-TR" sz="1400" b="0" kern="1200" dirty="0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Risk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238897"/>
                  </a:ext>
                </a:extLst>
              </a:tr>
              <a:tr h="3084310"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Düzenlenmiş YSV Datasının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SBM'ye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gönderilmesi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% 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tabloları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mimari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tasarım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Repo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Katmanları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Orta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Katman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Konfigürasyonları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YSV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verileri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DB insert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otomatizasyonu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Excel import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servisi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yazımı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UI backend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ile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Veri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düzenleme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DB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Tasarımı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Repo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Katmanları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SBM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Servislerinin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Yazılması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Token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Servisi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Kullanımı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Helm-chart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konfigürasyonlar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YSV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verilerinin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DB ye insert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edilmesi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SBM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Dökümanında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Güncelleme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Bamboo Deployment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Hataları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Çözülmesi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yazımı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Testlerin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yapılması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ESB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SBM Test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Senaryoları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Ortam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Deploylarının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Yapılması</a:t>
                      </a:r>
                      <a:endParaRPr lang="en-US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Test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aşamasında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8434400"/>
                  </a:ext>
                </a:extLst>
              </a:tr>
              <a:tr h="1594148"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Ham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Excelin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Beyanname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SBM Formatına Dönüştürülmesi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OPUS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Verilerinin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Alınması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Veri Temizleme ve Standardizasyon</a:t>
                      </a: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Belediye Durum Verilerinin Entegrasyonu</a:t>
                      </a: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Kapanan Belediyelerin İşlenmesi</a:t>
                      </a: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Belediye Bazlı Veri Birleştirme</a:t>
                      </a: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IBAN Kontrolü</a:t>
                      </a: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 büyükşehir dışındakiler için Beyanname Oluşturma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101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3396E0E-6BAA-3B42-E913-C5064DFFE795}"/>
              </a:ext>
            </a:extLst>
          </p:cNvPr>
          <p:cNvSpPr txBox="1"/>
          <p:nvPr/>
        </p:nvSpPr>
        <p:spPr>
          <a:xfrm>
            <a:off x="9523216" y="170273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On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Track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9BB568-192A-F09D-F2A2-9C0B7B68BFE7}"/>
              </a:ext>
            </a:extLst>
          </p:cNvPr>
          <p:cNvSpPr/>
          <p:nvPr/>
        </p:nvSpPr>
        <p:spPr>
          <a:xfrm>
            <a:off x="9271216" y="141333"/>
            <a:ext cx="252000" cy="25055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4C6500-EBC1-E730-EA98-C17F4FF12062}"/>
              </a:ext>
            </a:extLst>
          </p:cNvPr>
          <p:cNvSpPr/>
          <p:nvPr/>
        </p:nvSpPr>
        <p:spPr>
          <a:xfrm>
            <a:off x="10669680" y="150229"/>
            <a:ext cx="252000" cy="2505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1B54D0-257A-9D98-C053-F70E67C576D7}"/>
              </a:ext>
            </a:extLst>
          </p:cNvPr>
          <p:cNvSpPr txBox="1"/>
          <p:nvPr/>
        </p:nvSpPr>
        <p:spPr>
          <a:xfrm>
            <a:off x="10855611" y="130277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High Risk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E505EBD-43D0-B40D-26A9-FFD7D37B24E2}"/>
              </a:ext>
            </a:extLst>
          </p:cNvPr>
          <p:cNvSpPr/>
          <p:nvPr/>
        </p:nvSpPr>
        <p:spPr>
          <a:xfrm>
            <a:off x="3315492" y="3115808"/>
            <a:ext cx="252000" cy="25055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itel 4">
            <a:extLst>
              <a:ext uri="{FF2B5EF4-FFF2-40B4-BE49-F238E27FC236}">
                <a16:creationId xmlns:a16="http://schemas.microsoft.com/office/drawing/2014/main" id="{7367B7B7-6B74-6EB2-5175-7D1040762ABF}"/>
              </a:ext>
            </a:extLst>
          </p:cNvPr>
          <p:cNvSpPr txBox="1">
            <a:spLocks/>
          </p:cNvSpPr>
          <p:nvPr/>
        </p:nvSpPr>
        <p:spPr>
          <a:xfrm>
            <a:off x="328876" y="342143"/>
            <a:ext cx="2241851" cy="4759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389">
              <a:defRPr/>
            </a:pPr>
            <a:r>
              <a:rPr lang="de-DE" sz="2540" dirty="0">
                <a:solidFill>
                  <a:srgbClr val="003781"/>
                </a:solidFill>
                <a:latin typeface="Allianz Neo PPT"/>
              </a:rPr>
              <a:t> </a:t>
            </a:r>
            <a:endParaRPr lang="de-DE" sz="1270" b="1" cap="all" spc="63" dirty="0">
              <a:solidFill>
                <a:srgbClr val="003781"/>
              </a:solidFill>
              <a:latin typeface="Allianz Neo PPT"/>
            </a:endParaRPr>
          </a:p>
        </p:txBody>
      </p:sp>
      <p:sp>
        <p:nvSpPr>
          <p:cNvPr id="21" name="Titel 4">
            <a:extLst>
              <a:ext uri="{FF2B5EF4-FFF2-40B4-BE49-F238E27FC236}">
                <a16:creationId xmlns:a16="http://schemas.microsoft.com/office/drawing/2014/main" id="{A98637A5-4251-E2A5-1133-CCAC197FADAC}"/>
              </a:ext>
            </a:extLst>
          </p:cNvPr>
          <p:cNvSpPr txBox="1">
            <a:spLocks/>
          </p:cNvSpPr>
          <p:nvPr/>
        </p:nvSpPr>
        <p:spPr>
          <a:xfrm>
            <a:off x="229175" y="257320"/>
            <a:ext cx="10367962" cy="3577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6769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974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sz="2800"/>
              <a:t>Finance</a:t>
            </a:r>
            <a:r>
              <a:rPr lang="de-DE" sz="2800"/>
              <a:t> Projects </a:t>
            </a:r>
            <a:r>
              <a:rPr lang="de-DE" sz="2800">
                <a:solidFill>
                  <a:srgbClr val="13A0D3"/>
                </a:solidFill>
              </a:rPr>
              <a:t>Status Overview</a:t>
            </a:r>
            <a:endParaRPr lang="de-DE" sz="2800" dirty="0">
              <a:solidFill>
                <a:srgbClr val="13A0D3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961DD0-544F-F675-6EFF-3517A1EDD204}"/>
              </a:ext>
            </a:extLst>
          </p:cNvPr>
          <p:cNvSpPr txBox="1"/>
          <p:nvPr/>
        </p:nvSpPr>
        <p:spPr>
          <a:xfrm>
            <a:off x="9523216" y="170273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On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Track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1AE109-52B5-9ABE-9F74-F6A2C0151453}"/>
              </a:ext>
            </a:extLst>
          </p:cNvPr>
          <p:cNvSpPr/>
          <p:nvPr/>
        </p:nvSpPr>
        <p:spPr>
          <a:xfrm>
            <a:off x="9271216" y="141333"/>
            <a:ext cx="252000" cy="25055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0921D8A-13DB-84CC-99FD-4DE61E75E489}"/>
              </a:ext>
            </a:extLst>
          </p:cNvPr>
          <p:cNvSpPr/>
          <p:nvPr/>
        </p:nvSpPr>
        <p:spPr>
          <a:xfrm>
            <a:off x="9271216" y="497253"/>
            <a:ext cx="252000" cy="2505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F71B1-671E-D75A-7E65-B5B24E5FA0D1}"/>
              </a:ext>
            </a:extLst>
          </p:cNvPr>
          <p:cNvSpPr txBox="1"/>
          <p:nvPr/>
        </p:nvSpPr>
        <p:spPr>
          <a:xfrm>
            <a:off x="9555763" y="484033"/>
            <a:ext cx="1141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Low</a:t>
            </a: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 Risk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412820-904F-839E-9B1E-F8FAF3DF1F5C}"/>
              </a:ext>
            </a:extLst>
          </p:cNvPr>
          <p:cNvSpPr/>
          <p:nvPr/>
        </p:nvSpPr>
        <p:spPr>
          <a:xfrm>
            <a:off x="10669680" y="150229"/>
            <a:ext cx="252000" cy="2505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14C56-A637-A2F0-93B6-AC3A50BF73EF}"/>
              </a:ext>
            </a:extLst>
          </p:cNvPr>
          <p:cNvSpPr txBox="1"/>
          <p:nvPr/>
        </p:nvSpPr>
        <p:spPr>
          <a:xfrm>
            <a:off x="10855611" y="130277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High Risk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8AC9A1A-8704-895E-68DF-5C3C5B5CCD32}"/>
              </a:ext>
            </a:extLst>
          </p:cNvPr>
          <p:cNvSpPr/>
          <p:nvPr/>
        </p:nvSpPr>
        <p:spPr>
          <a:xfrm>
            <a:off x="10669680" y="498833"/>
            <a:ext cx="252000" cy="25055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DFD0EF-C5DC-D17D-2774-281FC3B4299A}"/>
              </a:ext>
            </a:extLst>
          </p:cNvPr>
          <p:cNvSpPr txBox="1"/>
          <p:nvPr/>
        </p:nvSpPr>
        <p:spPr>
          <a:xfrm>
            <a:off x="10855611" y="478102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Not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Started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75B29E-2DE1-DEAE-27EE-99557F056FAC}"/>
              </a:ext>
            </a:extLst>
          </p:cNvPr>
          <p:cNvSpPr/>
          <p:nvPr/>
        </p:nvSpPr>
        <p:spPr>
          <a:xfrm>
            <a:off x="3311404" y="5577274"/>
            <a:ext cx="252000" cy="25055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67935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10CB-668A-3B4C-682A-24BB41FE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AA9FB42-4F10-B44E-2E90-928184E7DD8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774" y="1786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0" imgH="605" progId="TCLayout.ActiveDocument.1">
                  <p:embed/>
                </p:oleObj>
              </mc:Choice>
              <mc:Fallback>
                <p:oleObj name="think-cell Slide" r:id="rId4" imgW="590" imgH="605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741B56-4A35-C4E7-C730-5FAAC50F96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4" y="1786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itel 4">
            <a:extLst>
              <a:ext uri="{FF2B5EF4-FFF2-40B4-BE49-F238E27FC236}">
                <a16:creationId xmlns:a16="http://schemas.microsoft.com/office/drawing/2014/main" id="{1A3C0FD7-BD1D-A9C9-1EE0-0EFF86C2DFB7}"/>
              </a:ext>
            </a:extLst>
          </p:cNvPr>
          <p:cNvSpPr txBox="1">
            <a:spLocks/>
          </p:cNvSpPr>
          <p:nvPr/>
        </p:nvSpPr>
        <p:spPr>
          <a:xfrm>
            <a:off x="328876" y="342143"/>
            <a:ext cx="2241851" cy="4759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389">
              <a:defRPr/>
            </a:pPr>
            <a:r>
              <a:rPr lang="de-DE" sz="2540" dirty="0">
                <a:solidFill>
                  <a:srgbClr val="003781"/>
                </a:solidFill>
                <a:latin typeface="Allianz Neo PPT"/>
              </a:rPr>
              <a:t> </a:t>
            </a:r>
            <a:endParaRPr lang="de-DE" sz="1270" b="1" cap="all" spc="63" dirty="0">
              <a:solidFill>
                <a:srgbClr val="003781"/>
              </a:solidFill>
              <a:latin typeface="Allianz Neo PP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EFF501-D55D-4C32-2A08-FFC8824BEABF}"/>
              </a:ext>
            </a:extLst>
          </p:cNvPr>
          <p:cNvSpPr/>
          <p:nvPr/>
        </p:nvSpPr>
        <p:spPr>
          <a:xfrm>
            <a:off x="5148079" y="6052902"/>
            <a:ext cx="1901886" cy="805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>
              <a:defRPr/>
            </a:pPr>
            <a:endParaRPr lang="tr-TR" sz="1701">
              <a:solidFill>
                <a:srgbClr val="FFFFFF"/>
              </a:solidFill>
              <a:latin typeface="Allianz Neo PPT"/>
            </a:endParaRP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79290407-D05F-C3CF-4C16-A327B9E7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75" y="257320"/>
            <a:ext cx="10367962" cy="357730"/>
          </a:xfrm>
        </p:spPr>
        <p:txBody>
          <a:bodyPr/>
          <a:lstStyle/>
          <a:p>
            <a:r>
              <a:rPr lang="tr-TR" sz="2800" dirty="0"/>
              <a:t>Finance</a:t>
            </a:r>
            <a:r>
              <a:rPr lang="de-DE" sz="2800" dirty="0"/>
              <a:t> Projects </a:t>
            </a:r>
            <a:r>
              <a:rPr lang="de-DE" sz="2800" dirty="0">
                <a:solidFill>
                  <a:srgbClr val="13A0D3"/>
                </a:solidFill>
              </a:rPr>
              <a:t>Status Overview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8C7F369F-B151-151D-1FE9-5C07E9C552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734683"/>
              </p:ext>
            </p:extLst>
          </p:nvPr>
        </p:nvGraphicFramePr>
        <p:xfrm>
          <a:off x="229175" y="1266295"/>
          <a:ext cx="11809566" cy="5098261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757272">
                  <a:extLst>
                    <a:ext uri="{9D8B030D-6E8A-4147-A177-3AD203B41FA5}">
                      <a16:colId xmlns:a16="http://schemas.microsoft.com/office/drawing/2014/main" val="3466815723"/>
                    </a:ext>
                  </a:extLst>
                </a:gridCol>
                <a:gridCol w="936129">
                  <a:extLst>
                    <a:ext uri="{9D8B030D-6E8A-4147-A177-3AD203B41FA5}">
                      <a16:colId xmlns:a16="http://schemas.microsoft.com/office/drawing/2014/main" val="1431846820"/>
                    </a:ext>
                  </a:extLst>
                </a:gridCol>
                <a:gridCol w="1057190">
                  <a:extLst>
                    <a:ext uri="{9D8B030D-6E8A-4147-A177-3AD203B41FA5}">
                      <a16:colId xmlns:a16="http://schemas.microsoft.com/office/drawing/2014/main" val="892514135"/>
                    </a:ext>
                  </a:extLst>
                </a:gridCol>
                <a:gridCol w="4241872">
                  <a:extLst>
                    <a:ext uri="{9D8B030D-6E8A-4147-A177-3AD203B41FA5}">
                      <a16:colId xmlns:a16="http://schemas.microsoft.com/office/drawing/2014/main" val="1080166155"/>
                    </a:ext>
                  </a:extLst>
                </a:gridCol>
                <a:gridCol w="2817103">
                  <a:extLst>
                    <a:ext uri="{9D8B030D-6E8A-4147-A177-3AD203B41FA5}">
                      <a16:colId xmlns:a16="http://schemas.microsoft.com/office/drawing/2014/main" val="3823817505"/>
                    </a:ext>
                  </a:extLst>
                </a:gridCol>
              </a:tblGrid>
              <a:tr h="446361">
                <a:tc>
                  <a:txBody>
                    <a:bodyPr/>
                    <a:lstStyle/>
                    <a:p>
                      <a:pPr marL="88900" indent="0" algn="ctr" defTabSz="914389" rtl="0" eaLnBrk="1" latinLnBrk="0" hangingPunct="1"/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Major Milestones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 algn="ctr" defTabSz="914400" rtl="0" eaLnBrk="1" latinLnBrk="0" hangingPunct="1"/>
                      <a:r>
                        <a:rPr lang="tr-TR" sz="1400" b="0" kern="1200" dirty="0" err="1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Status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5725" algn="ctr" defTabSz="914400" rtl="0" eaLnBrk="1" latinLnBrk="0" hangingPunct="1"/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Prg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.(%)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5725" algn="ctr" defTabSz="914400" rtl="0" eaLnBrk="1" latinLnBrk="0" hangingPunct="1"/>
                      <a:r>
                        <a:rPr lang="tr-TR" sz="1400" b="0" kern="1200" dirty="0" err="1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Story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85725" algn="ctr" defTabSz="914400" rtl="0" eaLnBrk="1" latinLnBrk="0" hangingPunct="1"/>
                      <a:r>
                        <a:rPr lang="tr-TR" sz="1400" b="0" kern="1200" dirty="0">
                          <a:solidFill>
                            <a:schemeClr val="tx1"/>
                          </a:solidFill>
                          <a:latin typeface="Allianz Neo"/>
                          <a:ea typeface="+mn-ea"/>
                          <a:cs typeface="+mn-cs"/>
                        </a:rPr>
                        <a:t>Risk</a:t>
                      </a:r>
                      <a:endParaRPr lang="de-DE" sz="1400" b="0" kern="1200" dirty="0">
                        <a:solidFill>
                          <a:schemeClr val="tx1"/>
                        </a:solidFill>
                        <a:latin typeface="Allianz Neo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238897"/>
                  </a:ext>
                </a:extLst>
              </a:tr>
              <a:tr h="694114"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Beyannane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Şablonunun Oluşturulması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% 0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 dört belediye için e-beyanname sayfasından beyan verilmesi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9388" indent="-93663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8434400"/>
                  </a:ext>
                </a:extLst>
              </a:tr>
              <a:tr h="1095555">
                <a:tc>
                  <a:txBody>
                    <a:bodyPr/>
                    <a:lstStyle/>
                    <a:p>
                      <a:pPr marL="371475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KEP &amp; E-posta &amp; Posta Gönderimleri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%0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Oluşturulan beyannamelerin KEP aracığıyla gönderilmesi (Erkan Molla'dan destek alınabilir o e-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kgb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gönderim sürecini bu yöntemle yapıyor)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6708542"/>
                  </a:ext>
                </a:extLst>
              </a:tr>
              <a:tr h="1268083">
                <a:tc>
                  <a:txBody>
                    <a:bodyPr/>
                    <a:lstStyle/>
                    <a:p>
                      <a:pPr marL="371475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Ödeme ve Fiş Kesimi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%0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Vakıfbank ve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YKB'nin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formatında ödeme yapılması</a:t>
                      </a: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Projenin gidişatına göre karar verilecek şimdilik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allex'ten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otomatik işleyen bir süreç var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9011018"/>
                  </a:ext>
                </a:extLst>
              </a:tr>
              <a:tr h="1594148">
                <a:tc>
                  <a:txBody>
                    <a:bodyPr/>
                    <a:lstStyle/>
                    <a:p>
                      <a:pPr marL="257175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UI Geliştirmeleri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Özhan ile ekranların netleştirilmesi ve temel UI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componentlerinin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oluşturulması</a:t>
                      </a: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Beyannameler, SBM Gönderim ve Belediyeler ekranlarının/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componentlerinin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geliştirilmesiFinalization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functional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requiremen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ts</a:t>
                      </a:r>
                      <a:endParaRPr lang="tr-TR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Proje </a:t>
                      </a: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deployment</a:t>
                      </a:r>
                      <a:r>
                        <a:rPr lang="tr-TR" sz="10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yapılması ve testlerinin yapılıp hataların giderilmesi.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57175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tr-TR" sz="100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Tbd</a:t>
                      </a:r>
                      <a:endParaRPr lang="de-DE" sz="10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F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B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8101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5544FCA-1754-2346-2650-A122CBAB8ACD}"/>
              </a:ext>
            </a:extLst>
          </p:cNvPr>
          <p:cNvSpPr txBox="1"/>
          <p:nvPr/>
        </p:nvSpPr>
        <p:spPr>
          <a:xfrm>
            <a:off x="9523216" y="170273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On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Track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B3FE7C-FF34-9644-DE7E-C76F811506F9}"/>
              </a:ext>
            </a:extLst>
          </p:cNvPr>
          <p:cNvSpPr/>
          <p:nvPr/>
        </p:nvSpPr>
        <p:spPr>
          <a:xfrm>
            <a:off x="9271216" y="141333"/>
            <a:ext cx="252000" cy="25055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76DD903-3642-FBCB-3D24-1813FE8B40F3}"/>
              </a:ext>
            </a:extLst>
          </p:cNvPr>
          <p:cNvSpPr/>
          <p:nvPr/>
        </p:nvSpPr>
        <p:spPr>
          <a:xfrm>
            <a:off x="9271216" y="497253"/>
            <a:ext cx="252000" cy="2505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BD70B9-34C5-30F2-79E3-1D6A96F3B3EA}"/>
              </a:ext>
            </a:extLst>
          </p:cNvPr>
          <p:cNvSpPr txBox="1"/>
          <p:nvPr/>
        </p:nvSpPr>
        <p:spPr>
          <a:xfrm>
            <a:off x="9555763" y="484033"/>
            <a:ext cx="11410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Low</a:t>
            </a: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 Risk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3773E5-1ECD-A1D4-C640-D7AB84010188}"/>
              </a:ext>
            </a:extLst>
          </p:cNvPr>
          <p:cNvSpPr/>
          <p:nvPr/>
        </p:nvSpPr>
        <p:spPr>
          <a:xfrm>
            <a:off x="10669680" y="150229"/>
            <a:ext cx="252000" cy="2505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BFA51-0AE1-2C66-92DA-38B6033E62EA}"/>
              </a:ext>
            </a:extLst>
          </p:cNvPr>
          <p:cNvSpPr txBox="1"/>
          <p:nvPr/>
        </p:nvSpPr>
        <p:spPr>
          <a:xfrm>
            <a:off x="10855611" y="130277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High Risk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A40BEE-87D4-FB81-7711-A2AD13DC60B3}"/>
              </a:ext>
            </a:extLst>
          </p:cNvPr>
          <p:cNvSpPr/>
          <p:nvPr/>
        </p:nvSpPr>
        <p:spPr>
          <a:xfrm>
            <a:off x="10669680" y="498833"/>
            <a:ext cx="252000" cy="25055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04044F-B022-F52C-1A6E-70305244E195}"/>
              </a:ext>
            </a:extLst>
          </p:cNvPr>
          <p:cNvSpPr txBox="1"/>
          <p:nvPr/>
        </p:nvSpPr>
        <p:spPr>
          <a:xfrm>
            <a:off x="10855611" y="478102"/>
            <a:ext cx="8944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31">
              <a:defRPr/>
            </a:pPr>
            <a:r>
              <a:rPr lang="tr-TR" sz="1100" dirty="0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Not </a:t>
            </a:r>
            <a:r>
              <a:rPr lang="tr-TR" sz="1100" dirty="0" err="1">
                <a:solidFill>
                  <a:srgbClr val="44546A">
                    <a:lumMod val="75000"/>
                  </a:srgbClr>
                </a:solidFill>
                <a:latin typeface="Arial" panose="020B0604020202020204"/>
                <a:cs typeface="Arial" panose="020B0604020202020204" pitchFamily="34" charset="0"/>
              </a:rPr>
              <a:t>Started</a:t>
            </a:r>
            <a:endParaRPr lang="tr-TR" sz="1100" dirty="0">
              <a:solidFill>
                <a:srgbClr val="FFC000"/>
              </a:solidFill>
              <a:latin typeface="Arial" panose="020B0604020202020204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422CEB3-347D-67F6-5A0E-5634516B0EFE}"/>
              </a:ext>
            </a:extLst>
          </p:cNvPr>
          <p:cNvSpPr/>
          <p:nvPr/>
        </p:nvSpPr>
        <p:spPr>
          <a:xfrm>
            <a:off x="3311404" y="1939556"/>
            <a:ext cx="252000" cy="25055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ABFCFB-986C-A578-20DF-7339270CAC67}"/>
              </a:ext>
            </a:extLst>
          </p:cNvPr>
          <p:cNvSpPr/>
          <p:nvPr/>
        </p:nvSpPr>
        <p:spPr>
          <a:xfrm>
            <a:off x="3311404" y="3966317"/>
            <a:ext cx="252000" cy="25055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77D11A-099D-EC06-DF74-87CE71DD87D4}"/>
              </a:ext>
            </a:extLst>
          </p:cNvPr>
          <p:cNvSpPr/>
          <p:nvPr/>
        </p:nvSpPr>
        <p:spPr>
          <a:xfrm>
            <a:off x="3311404" y="2841355"/>
            <a:ext cx="252000" cy="25055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C6A688-D8E4-12CD-BDDE-DCFE9CE25B8B}"/>
              </a:ext>
            </a:extLst>
          </p:cNvPr>
          <p:cNvSpPr/>
          <p:nvPr/>
        </p:nvSpPr>
        <p:spPr>
          <a:xfrm>
            <a:off x="3288241" y="5411329"/>
            <a:ext cx="252000" cy="2505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31">
              <a:defRPr/>
            </a:pPr>
            <a:endParaRPr lang="en-US" sz="2399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3615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0BB91C01-0B5E-4F30-9D42-208DC25B53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57224E3-189C-4F88-AEA9-02D65095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Allianz 2021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5797988-58D4-4499-875E-61753FCAB7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5611" y="3028015"/>
            <a:ext cx="3580150" cy="2954637"/>
          </a:xfrm>
        </p:spPr>
        <p:txBody>
          <a:bodyPr/>
          <a:lstStyle/>
          <a:p>
            <a:r>
              <a:rPr lang="de-DE"/>
              <a:t>Thank you!</a:t>
            </a:r>
          </a:p>
        </p:txBody>
      </p:sp>
      <p:sp>
        <p:nvSpPr>
          <p:cNvPr id="16" name="Grafik 13">
            <a:extLst>
              <a:ext uri="{FF2B5EF4-FFF2-40B4-BE49-F238E27FC236}">
                <a16:creationId xmlns:a16="http://schemas.microsoft.com/office/drawing/2014/main" id="{43EDEF05-5AA6-4791-9B0E-3E3E5A3B5627}"/>
              </a:ext>
            </a:extLst>
          </p:cNvPr>
          <p:cNvSpPr>
            <a:spLocks noChangeAspect="1"/>
          </p:cNvSpPr>
          <p:nvPr/>
        </p:nvSpPr>
        <p:spPr>
          <a:xfrm>
            <a:off x="3810096" y="1143097"/>
            <a:ext cx="4571808" cy="4571807"/>
          </a:xfrm>
          <a:custGeom>
            <a:avLst/>
            <a:gdLst>
              <a:gd name="connsiteX0" fmla="*/ 3048606 w 5327650"/>
              <a:gd name="connsiteY0" fmla="*/ 4158431 h 5327649"/>
              <a:gd name="connsiteX1" fmla="*/ 3048606 w 5327650"/>
              <a:gd name="connsiteY1" fmla="*/ 1218444 h 5327649"/>
              <a:gd name="connsiteX2" fmla="*/ 2737659 w 5327650"/>
              <a:gd name="connsiteY2" fmla="*/ 905364 h 5327649"/>
              <a:gd name="connsiteX3" fmla="*/ 2049870 w 5327650"/>
              <a:gd name="connsiteY3" fmla="*/ 905364 h 5327649"/>
              <a:gd name="connsiteX4" fmla="*/ 2049870 w 5327650"/>
              <a:gd name="connsiteY4" fmla="*/ 1233529 h 5327649"/>
              <a:gd name="connsiteX5" fmla="*/ 2090888 w 5327650"/>
              <a:gd name="connsiteY5" fmla="*/ 1233529 h 5327649"/>
              <a:gd name="connsiteX6" fmla="*/ 2278251 w 5327650"/>
              <a:gd name="connsiteY6" fmla="*/ 1458216 h 5327649"/>
              <a:gd name="connsiteX7" fmla="*/ 2278251 w 5327650"/>
              <a:gd name="connsiteY7" fmla="*/ 4158431 h 5327649"/>
              <a:gd name="connsiteX8" fmla="*/ 3048606 w 5327650"/>
              <a:gd name="connsiteY8" fmla="*/ 4158431 h 5327649"/>
              <a:gd name="connsiteX9" fmla="*/ 3387869 w 5327650"/>
              <a:gd name="connsiteY9" fmla="*/ 4158431 h 5327649"/>
              <a:gd name="connsiteX10" fmla="*/ 4152137 w 5327650"/>
              <a:gd name="connsiteY10" fmla="*/ 4158431 h 5327649"/>
              <a:gd name="connsiteX11" fmla="*/ 4152137 w 5327650"/>
              <a:gd name="connsiteY11" fmla="*/ 1868687 h 5327649"/>
              <a:gd name="connsiteX12" fmla="*/ 3839602 w 5327650"/>
              <a:gd name="connsiteY12" fmla="*/ 1556136 h 5327649"/>
              <a:gd name="connsiteX13" fmla="*/ 3387869 w 5327650"/>
              <a:gd name="connsiteY13" fmla="*/ 1556136 h 5327649"/>
              <a:gd name="connsiteX14" fmla="*/ 3387869 w 5327650"/>
              <a:gd name="connsiteY14" fmla="*/ 4158431 h 5327649"/>
              <a:gd name="connsiteX15" fmla="*/ 1940840 w 5327650"/>
              <a:gd name="connsiteY15" fmla="*/ 4158431 h 5327649"/>
              <a:gd name="connsiteX16" fmla="*/ 1940840 w 5327650"/>
              <a:gd name="connsiteY16" fmla="*/ 1556136 h 5327649"/>
              <a:gd name="connsiteX17" fmla="*/ 1488048 w 5327650"/>
              <a:gd name="connsiteY17" fmla="*/ 1556136 h 5327649"/>
              <a:gd name="connsiteX18" fmla="*/ 1176307 w 5327650"/>
              <a:gd name="connsiteY18" fmla="*/ 1868687 h 5327649"/>
              <a:gd name="connsiteX19" fmla="*/ 1176307 w 5327650"/>
              <a:gd name="connsiteY19" fmla="*/ 4158431 h 5327649"/>
              <a:gd name="connsiteX20" fmla="*/ 1940840 w 5327650"/>
              <a:gd name="connsiteY20" fmla="*/ 4158431 h 5327649"/>
              <a:gd name="connsiteX21" fmla="*/ 4875123 w 5327650"/>
              <a:gd name="connsiteY21" fmla="*/ 2664222 h 5327649"/>
              <a:gd name="connsiteX22" fmla="*/ 2664090 w 5327650"/>
              <a:gd name="connsiteY22" fmla="*/ 4901565 h 5327649"/>
              <a:gd name="connsiteX23" fmla="*/ 452792 w 5327650"/>
              <a:gd name="connsiteY23" fmla="*/ 2664222 h 5327649"/>
              <a:gd name="connsiteX24" fmla="*/ 2664090 w 5327650"/>
              <a:gd name="connsiteY24" fmla="*/ 426350 h 5327649"/>
              <a:gd name="connsiteX25" fmla="*/ 4875123 w 5327650"/>
              <a:gd name="connsiteY25" fmla="*/ 2664222 h 5327649"/>
              <a:gd name="connsiteX26" fmla="*/ 5327650 w 5327650"/>
              <a:gd name="connsiteY26" fmla="*/ 2657341 h 5327649"/>
              <a:gd name="connsiteX27" fmla="*/ 2667530 w 5327650"/>
              <a:gd name="connsiteY27" fmla="*/ 0 h 5327649"/>
              <a:gd name="connsiteX28" fmla="*/ 2660649 w 5327650"/>
              <a:gd name="connsiteY28" fmla="*/ 0 h 5327649"/>
              <a:gd name="connsiteX29" fmla="*/ 0 w 5327650"/>
              <a:gd name="connsiteY29" fmla="*/ 2664222 h 5327649"/>
              <a:gd name="connsiteX30" fmla="*/ 2664090 w 5327650"/>
              <a:gd name="connsiteY30" fmla="*/ 5327650 h 5327649"/>
              <a:gd name="connsiteX31" fmla="*/ 5327650 w 5327650"/>
              <a:gd name="connsiteY31" fmla="*/ 2670838 h 5327649"/>
              <a:gd name="connsiteX32" fmla="*/ 5327650 w 5327650"/>
              <a:gd name="connsiteY32" fmla="*/ 2657341 h 5327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327650" h="5327649">
                <a:moveTo>
                  <a:pt x="3048606" y="4158431"/>
                </a:moveTo>
                <a:lnTo>
                  <a:pt x="3048606" y="1218444"/>
                </a:lnTo>
                <a:cubicBezTo>
                  <a:pt x="3048606" y="984230"/>
                  <a:pt x="2965245" y="905364"/>
                  <a:pt x="2737659" y="905364"/>
                </a:cubicBezTo>
                <a:lnTo>
                  <a:pt x="2049870" y="905364"/>
                </a:lnTo>
                <a:lnTo>
                  <a:pt x="2049870" y="1233529"/>
                </a:lnTo>
                <a:lnTo>
                  <a:pt x="2090888" y="1233529"/>
                </a:lnTo>
                <a:cubicBezTo>
                  <a:pt x="2248082" y="1233529"/>
                  <a:pt x="2278251" y="1268992"/>
                  <a:pt x="2278251" y="1458216"/>
                </a:cubicBezTo>
                <a:lnTo>
                  <a:pt x="2278251" y="4158431"/>
                </a:lnTo>
                <a:lnTo>
                  <a:pt x="3048606" y="4158431"/>
                </a:lnTo>
                <a:close/>
                <a:moveTo>
                  <a:pt x="3387869" y="4158431"/>
                </a:moveTo>
                <a:lnTo>
                  <a:pt x="4152137" y="4158431"/>
                </a:lnTo>
                <a:lnTo>
                  <a:pt x="4152137" y="1868687"/>
                </a:lnTo>
                <a:cubicBezTo>
                  <a:pt x="4152137" y="1638972"/>
                  <a:pt x="4063484" y="1556136"/>
                  <a:pt x="3839602" y="1556136"/>
                </a:cubicBezTo>
                <a:lnTo>
                  <a:pt x="3387869" y="1556136"/>
                </a:lnTo>
                <a:lnTo>
                  <a:pt x="3387869" y="4158431"/>
                </a:lnTo>
                <a:close/>
                <a:moveTo>
                  <a:pt x="1940840" y="4158431"/>
                </a:moveTo>
                <a:lnTo>
                  <a:pt x="1940840" y="1556136"/>
                </a:lnTo>
                <a:lnTo>
                  <a:pt x="1488048" y="1556136"/>
                </a:lnTo>
                <a:cubicBezTo>
                  <a:pt x="1264166" y="1556136"/>
                  <a:pt x="1176307" y="1638972"/>
                  <a:pt x="1176307" y="1868687"/>
                </a:cubicBezTo>
                <a:lnTo>
                  <a:pt x="1176307" y="4158431"/>
                </a:lnTo>
                <a:lnTo>
                  <a:pt x="1940840" y="4158431"/>
                </a:lnTo>
                <a:close/>
                <a:moveTo>
                  <a:pt x="4875123" y="2664222"/>
                </a:moveTo>
                <a:cubicBezTo>
                  <a:pt x="4875123" y="3959679"/>
                  <a:pt x="3943869" y="4901565"/>
                  <a:pt x="2664090" y="4901565"/>
                </a:cubicBezTo>
                <a:cubicBezTo>
                  <a:pt x="1384310" y="4901565"/>
                  <a:pt x="452792" y="3959679"/>
                  <a:pt x="452792" y="2664222"/>
                </a:cubicBezTo>
                <a:cubicBezTo>
                  <a:pt x="452792" y="1368500"/>
                  <a:pt x="1384310" y="426350"/>
                  <a:pt x="2664090" y="426350"/>
                </a:cubicBezTo>
                <a:cubicBezTo>
                  <a:pt x="3943869" y="426350"/>
                  <a:pt x="4875123" y="1374323"/>
                  <a:pt x="4875123" y="2664222"/>
                </a:cubicBezTo>
                <a:close/>
                <a:moveTo>
                  <a:pt x="5327650" y="2657341"/>
                </a:moveTo>
                <a:cubicBezTo>
                  <a:pt x="5324210" y="1138520"/>
                  <a:pt x="4187599" y="1588"/>
                  <a:pt x="2667530" y="0"/>
                </a:cubicBezTo>
                <a:lnTo>
                  <a:pt x="2660649" y="0"/>
                </a:lnTo>
                <a:cubicBezTo>
                  <a:pt x="1137670" y="1588"/>
                  <a:pt x="0" y="1141961"/>
                  <a:pt x="0" y="2664222"/>
                </a:cubicBezTo>
                <a:cubicBezTo>
                  <a:pt x="0" y="4189395"/>
                  <a:pt x="1139258" y="5327650"/>
                  <a:pt x="2664090" y="5327650"/>
                </a:cubicBezTo>
                <a:cubicBezTo>
                  <a:pt x="4186011" y="5327650"/>
                  <a:pt x="5324210" y="4192835"/>
                  <a:pt x="5327650" y="2670838"/>
                </a:cubicBezTo>
                <a:lnTo>
                  <a:pt x="5327650" y="265734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alpha val="25000"/>
                  <a:lumMod val="100000"/>
                </a:schemeClr>
              </a:gs>
            </a:gsLst>
            <a:lin ang="18900000" scaled="1"/>
            <a:tileRect/>
          </a:gra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905"/>
          </a:p>
        </p:txBody>
      </p:sp>
    </p:spTree>
    <p:extLst>
      <p:ext uri="{BB962C8B-B14F-4D97-AF65-F5344CB8AC3E}">
        <p14:creationId xmlns:p14="http://schemas.microsoft.com/office/powerpoint/2010/main" val="16505803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5_Allianz whit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llianzNeoPPT Fonts">
      <a:majorFont>
        <a:latin typeface="Allianz Neo PPT"/>
        <a:ea typeface=""/>
        <a:cs typeface=""/>
      </a:majorFont>
      <a:minorFont>
        <a:latin typeface="Allianz Neo PP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lIns="0" tIns="0" rIns="0" bIns="0" rtlCol="0">
        <a:spAutoFit/>
      </a:bodyPr>
      <a:lstStyle>
        <a:defPPr algn="l">
          <a:spcAft>
            <a:spcPts val="600"/>
          </a:spcAft>
          <a:defRPr sz="1510" b="1" spc="100" smtClean="0">
            <a:solidFill>
              <a:srgbClr val="13A0D3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</a:theme>
</file>

<file path=ppt/theme/theme2.xml><?xml version="1.0" encoding="utf-8"?>
<a:theme xmlns:a="http://schemas.openxmlformats.org/drawingml/2006/main" name="Allianz whit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llianzNeoPPT Fonts">
      <a:majorFont>
        <a:latin typeface="Allianz Neo PPT"/>
        <a:ea typeface=""/>
        <a:cs typeface=""/>
      </a:majorFont>
      <a:minorFont>
        <a:latin typeface="Allianz Neo PP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lIns="0" tIns="0" rIns="0" bIns="0" rtlCol="0">
        <a:spAutoFit/>
      </a:bodyPr>
      <a:lstStyle>
        <a:defPPr algn="l">
          <a:spcAft>
            <a:spcPts val="600"/>
          </a:spcAft>
          <a:defRPr sz="1510" b="1" spc="100" smtClean="0">
            <a:solidFill>
              <a:srgbClr val="13A0D3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</a:theme>
</file>

<file path=ppt/theme/theme3.xml><?xml version="1.0" encoding="utf-8"?>
<a:theme xmlns:a="http://schemas.openxmlformats.org/drawingml/2006/main" name="1_Allianz blu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llianzNeoPPT Fonts">
      <a:majorFont>
        <a:latin typeface="Allianz Neo PPT"/>
        <a:ea typeface=""/>
        <a:cs typeface=""/>
      </a:majorFont>
      <a:minorFont>
        <a:latin typeface="Allianz Neo PP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lIns="0" tIns="0" rIns="0" bIns="0" rtlCol="0">
        <a:spAutoFit/>
      </a:bodyPr>
      <a:lstStyle>
        <a:defPPr algn="l">
          <a:spcAft>
            <a:spcPts val="600"/>
          </a:spcAft>
          <a:defRPr sz="1510" b="1" spc="100" smtClean="0">
            <a:solidFill>
              <a:srgbClr val="13A0D3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18368</TotalTime>
  <Words>337</Words>
  <Application>Microsoft Office PowerPoint</Application>
  <PresentationFormat>Widescreen</PresentationFormat>
  <Paragraphs>108</Paragraphs>
  <Slides>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Allianz Neo</vt:lpstr>
      <vt:lpstr>Allianz Neo PPT</vt:lpstr>
      <vt:lpstr>Aptos</vt:lpstr>
      <vt:lpstr>Arial</vt:lpstr>
      <vt:lpstr>Calibri</vt:lpstr>
      <vt:lpstr>Microsoft Sans Serif</vt:lpstr>
      <vt:lpstr>tahoma</vt:lpstr>
      <vt:lpstr>5_Allianz white</vt:lpstr>
      <vt:lpstr>Allianz white</vt:lpstr>
      <vt:lpstr>1_Allianz blue</vt:lpstr>
      <vt:lpstr>think-cell Slide</vt:lpstr>
      <vt:lpstr>Beyanname Projesi</vt:lpstr>
      <vt:lpstr>Beyanname Roadmap</vt:lpstr>
      <vt:lpstr>PowerPoint Presentation</vt:lpstr>
      <vt:lpstr>Finance Projects Status Overview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Nazlı Şener (Merkezi Ve Çapraz Fonksiyon Domaın)</dc:creator>
  <cp:lastModifiedBy>Cansu Görücü</cp:lastModifiedBy>
  <cp:revision>276</cp:revision>
  <dcterms:created xsi:type="dcterms:W3CDTF">2026-01-12T13:47:55Z</dcterms:created>
  <dcterms:modified xsi:type="dcterms:W3CDTF">2026-09-01T09:20:55Z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80f523f2-103b-43b2-bff1-eb02ebf738c6</vt:lpwstr>
  </property>
  <property fmtid="{D5CDD505-2E9C-101B-9397-08002B2CF9AE}" pid="3" name="Classification">
    <vt:lpwstr>In-ALL15823TR</vt:lpwstr>
  </property>
</Properties>
</file>